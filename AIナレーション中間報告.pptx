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3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/t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7360"/>
            <a:ext cx="5120640" cy="2880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164期 第2四半期 営業担当個人表彰式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AIナレーション音声の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作成・埋め込み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中間報告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2026年10月30日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実施内容と報告のポイント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pic>
        <p:nvPicPr>
          <p:cNvPr id="4" name="Image 0" descr="s/t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30861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3205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いただいたPPT（編集画面）に音声を埋め込んだ状態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309360" y="11887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3EFFA"/>
          </a:solidFill>
          <a:ln w="12700">
            <a:solidFill>
              <a:srgbClr val="6A3F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2801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実施したこと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ナレーション音声ファイルをAI音声で作成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いただいたPPTの各スライドに音声を埋め込み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スライドショーで自動再生される構成（開会〜閉会まで）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356616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365760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ご確認いただきたい点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優秀賞の表示順を入れ替えています（p.6）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複数名表示スライドでも、お呼びするのは代表1名（p.7〜9）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音声オブジェクト名がファイル作成時の番号のまま（p.12）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的場常務のお名前の読み確認（p.14）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閉会のセリフは仮案（p.15）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各スライドに音声を埋め込み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pic>
        <p:nvPicPr>
          <p:cNvPr id="4" name="Image 0" descr="s/t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766560" cy="380619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04063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スライド中央のスピーカーアイコン＝埋め込み音声</a:t>
            </a:r>
            <a:endParaRPr lang="en-US" sz="1100" dirty="0"/>
          </a:p>
        </p:txBody>
      </p:sp>
      <p:pic>
        <p:nvPicPr>
          <p:cNvPr id="6" name="Image 1" descr="s/pa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4114800" cy="1645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589520" y="2880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アニメーションウィンドウ：音声は「動画プロジェクト ○○」として登録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589520" y="352044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F3EFFA"/>
          </a:solidFill>
          <a:ln w="12700">
            <a:solidFill>
              <a:srgbClr val="6A3FB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26680" y="36118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全スライドに1つずつ音声を配置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スライド表示と同時に自動再生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読み上げ内容はスライドごとに個別ファイルのため、部分修正が容易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開会パート：開始前〜開会あいさつ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pic>
        <p:nvPicPr>
          <p:cNvPr id="4" name="Image 0" descr="s/t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9:00 START／プログラム</a:t>
            </a:r>
            <a:endParaRPr lang="en-US" sz="1100" dirty="0"/>
          </a:p>
        </p:txBody>
      </p:sp>
      <p:pic>
        <p:nvPicPr>
          <p:cNvPr id="6" name="Image 1" descr="s/t4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429768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「ようこそ！」</a:t>
            </a:r>
            <a:endParaRPr lang="en-US" sz="1100" dirty="0"/>
          </a:p>
        </p:txBody>
      </p:sp>
      <p:pic>
        <p:nvPicPr>
          <p:cNvPr id="8" name="Image 2" descr="s/t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813816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表彰件数の紹介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57200" y="3931920"/>
            <a:ext cx="11247120" cy="2194560"/>
          </a:xfrm>
          <a:prstGeom prst="roundRect">
            <a:avLst>
              <a:gd name="adj" fmla="val 4167"/>
            </a:avLst>
          </a:prstGeom>
          <a:solidFill>
            <a:srgbClr val="F3EFFA"/>
          </a:solidFill>
          <a:ln w="12700">
            <a:solidFill>
              <a:srgbClr val="6A3FB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" y="402336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「皆様、おはようございます」から始まるAI司会ナレーション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開始前の待機スライド（まもなくはじまります）にも音声あり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表彰件数（計139件）をナレーションで紹介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業績表彰：最優秀賞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  <p:pic>
        <p:nvPicPr>
          <p:cNvPr id="4" name="Image 0" descr="s/t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30346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26910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最優秀賞 扉</a:t>
            </a:r>
            <a:endParaRPr lang="en-US" sz="1100" dirty="0"/>
          </a:p>
        </p:txBody>
      </p:sp>
      <p:pic>
        <p:nvPicPr>
          <p:cNvPr id="6" name="Image 1" descr="s/t5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394960" cy="30346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6309360" y="426910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森川 慶人さん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受賞者名・受賞理由を読み上げ、ステージへご案内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【要確認】優秀賞の表示順を入れ替えています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3657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順番変更</a:t>
            </a:r>
            <a:endParaRPr lang="en-US" sz="1200" dirty="0"/>
          </a:p>
        </p:txBody>
      </p:sp>
      <p:pic>
        <p:nvPicPr>
          <p:cNvPr id="6" name="Image 0" descr="s/t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651760" cy="149161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2771775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変更後 ① 宮下 慎哉</a:t>
            </a:r>
            <a:endParaRPr lang="en-US" sz="1100" dirty="0"/>
          </a:p>
        </p:txBody>
      </p:sp>
      <p:pic>
        <p:nvPicPr>
          <p:cNvPr id="8" name="Image 1" descr="s/t6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234440"/>
            <a:ext cx="2651760" cy="149161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3319272" y="2771775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変更後 ② 平井 大貴</a:t>
            </a:r>
            <a:endParaRPr lang="en-US" sz="1100" dirty="0"/>
          </a:p>
        </p:txBody>
      </p:sp>
      <p:pic>
        <p:nvPicPr>
          <p:cNvPr id="10" name="Image 2" descr="s/t7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234440"/>
            <a:ext cx="2651760" cy="149161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11" name="Text 6"/>
          <p:cNvSpPr txBox="1"/>
          <p:nvPr/>
        </p:nvSpPr>
        <p:spPr>
          <a:xfrm>
            <a:off x="6181344" y="2771775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変更後 ③ 筒井 涼太</a:t>
            </a:r>
            <a:endParaRPr lang="en-US" sz="1100" dirty="0"/>
          </a:p>
        </p:txBody>
      </p:sp>
      <p:pic>
        <p:nvPicPr>
          <p:cNvPr id="12" name="Image 3" descr="s/t11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1234440"/>
            <a:ext cx="2651760" cy="149161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>
            <a:off x="9043416" y="2771775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変更後 ④ 芝原 俊司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1番目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2番目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3番目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4番目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元のスライド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宮下 慎哉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平井 大貴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芝原 俊司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筒井 涼太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今回（音声）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宮下 慎哉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平井 大貴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筒井 涼太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芝原 俊司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8"/>
          <p:cNvSpPr/>
          <p:nvPr/>
        </p:nvSpPr>
        <p:spPr>
          <a:xfrm>
            <a:off x="457200" y="466344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594360" y="47548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3番目と4番目を勝手ながら入れ替えて音声を作成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元の順番に戻すことも可能です（ご指示ください）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【要確認】複数名表示でも読み上げは代表1名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3657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名前の呼び方</a:t>
            </a:r>
            <a:endParaRPr lang="en-US" sz="1200" dirty="0"/>
          </a:p>
        </p:txBody>
      </p:sp>
      <p:pic>
        <p:nvPicPr>
          <p:cNvPr id="6" name="Image 0" descr="s/t1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0" cy="360045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483489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優秀賞：市川 千種さん・山口 裕之さん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0" y="1188720"/>
            <a:ext cx="4572000" cy="3657600"/>
          </a:xfrm>
          <a:prstGeom prst="roundRect">
            <a:avLst>
              <a:gd name="adj" fmla="val 2500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69480" y="1280160"/>
            <a:ext cx="4297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現在の仕様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スライド表示：市川さん・山口さんの2名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ナレーション：市川さんのお名前のみお呼びする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「市川さん、ステージへお上がりください」と1名を促す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山口さんのお名前は呼ばない（スライド表示のみ）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奨励賞（業績表彰）も同じルールで読み上げ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3657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名前の呼び方</a:t>
            </a:r>
            <a:endParaRPr lang="en-US" sz="1200" dirty="0"/>
          </a:p>
        </p:txBody>
      </p:sp>
      <p:pic>
        <p:nvPicPr>
          <p:cNvPr id="6" name="Image 0" descr="s/t1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奨励賞はここから</a:t>
            </a:r>
            <a:endParaRPr lang="en-US" sz="1100" dirty="0"/>
          </a:p>
        </p:txBody>
      </p:sp>
      <p:pic>
        <p:nvPicPr>
          <p:cNvPr id="8" name="Image 1" descr="s/t16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429768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呉 翰寧さん ほか5名</a:t>
            </a:r>
            <a:endParaRPr lang="en-US" sz="1100" dirty="0"/>
          </a:p>
        </p:txBody>
      </p:sp>
      <p:pic>
        <p:nvPicPr>
          <p:cNvPr id="10" name="Image 2" descr="s/t18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11" name="Text 6"/>
          <p:cNvSpPr txBox="1"/>
          <p:nvPr/>
        </p:nvSpPr>
        <p:spPr>
          <a:xfrm>
            <a:off x="813816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星野 克行さん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384048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3931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呉さんのスライド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呉 翰寧さんのお名前を呼ぶ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邱 航さん・山上 ゆかりさん・奥山 順治さん・古谷 岳さんはスライド上に名前が出るだけでお呼びしない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複数名スライドの一覧（代表者のみ呼名）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00" dirty="0"/>
          </a:p>
        </p:txBody>
      </p:sp>
      <p:pic>
        <p:nvPicPr>
          <p:cNvPr id="4" name="Image 0" descr="s/t1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寺尾 綺子さん・治部 早智子さん</a:t>
            </a:r>
            <a:endParaRPr lang="en-US" sz="1100" dirty="0"/>
          </a:p>
        </p:txBody>
      </p:sp>
      <p:pic>
        <p:nvPicPr>
          <p:cNvPr id="6" name="Image 1" descr="s/t22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429768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齊藤 翔平さん・大塚 諭さん</a:t>
            </a:r>
            <a:endParaRPr lang="en-US" sz="1100" dirty="0"/>
          </a:p>
        </p:txBody>
      </p:sp>
      <p:pic>
        <p:nvPicPr>
          <p:cNvPr id="8" name="Image 2" descr="s/t23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813816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 保浩さん・濵崎 孔明さん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57200" y="384048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寺尾さん：「寺尾さん、ステージへお上がりください」と案内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治部さん：「ステージへお上がりください」とは言わない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他の複数名スライド（齊藤さん/佐藤さん/浮田さん等）も同様に代表者のみ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全員お呼びする形への変更も可能です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奨励賞：個人受賞スライドは「続いて」で連続紹介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  <p:pic>
        <p:nvPicPr>
          <p:cNvPr id="4" name="Image 0" descr="s/t2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川野 洋生さん</a:t>
            </a:r>
            <a:endParaRPr lang="en-US" sz="1100" dirty="0"/>
          </a:p>
        </p:txBody>
      </p:sp>
      <p:pic>
        <p:nvPicPr>
          <p:cNvPr id="6" name="Image 1" descr="s/t21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429768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矢野 岳さん</a:t>
            </a:r>
            <a:endParaRPr lang="en-US" sz="1100" dirty="0"/>
          </a:p>
        </p:txBody>
      </p:sp>
      <p:pic>
        <p:nvPicPr>
          <p:cNvPr id="8" name="Image 2" descr="s/t23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813816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浮田 龍一さん ほか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「続いて、○○さん」で次々とご紹介する構成。1件あたり約2秒のテンポです。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業務効率改善賞：奨励賞は全員のお名前を呼名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3657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6A3FB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名前の呼び方</a:t>
            </a:r>
            <a:endParaRPr lang="en-US" sz="1200" dirty="0"/>
          </a:p>
        </p:txBody>
      </p:sp>
      <p:pic>
        <p:nvPicPr>
          <p:cNvPr id="6" name="Image 0" descr="s/t2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30861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43205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1件目：植村 咲文さん ほか計5名</a:t>
            </a:r>
            <a:endParaRPr lang="en-US" sz="1100" dirty="0"/>
          </a:p>
        </p:txBody>
      </p:sp>
      <p:pic>
        <p:nvPicPr>
          <p:cNvPr id="8" name="Image 1" descr="s/t28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861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217920" y="43205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平居 聖朗さん・伊藤 実知子さん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3EFFA"/>
          </a:solidFill>
          <a:ln w="12700">
            <a:solidFill>
              <a:srgbClr val="6A3FB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業績表彰との違い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業績表彰と異なり、奨励賞のため全員のお名前をお呼びする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1件目：植村さん・山田さん・萩原さん・市川さん・黒田さん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平居さん・伊藤さんも両名とも呼名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【要確認】音声オブジェクト名が作成時の番号のまま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3657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ファイル名</a:t>
            </a:r>
            <a:endParaRPr lang="en-US" sz="1200" dirty="0"/>
          </a:p>
        </p:txBody>
      </p:sp>
      <p:pic>
        <p:nvPicPr>
          <p:cNvPr id="6" name="Image 0" descr="s/t3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0" cy="360045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483489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編集画面：アニメーションウィンドウ</a:t>
            </a:r>
            <a:endParaRPr lang="en-US" sz="1100" dirty="0"/>
          </a:p>
        </p:txBody>
      </p:sp>
      <p:pic>
        <p:nvPicPr>
          <p:cNvPr id="8" name="Image 1" descr="s/pa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72000" cy="182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3200400"/>
            <a:ext cx="4572000" cy="2377440"/>
          </a:xfrm>
          <a:prstGeom prst="roundRect">
            <a:avLst>
              <a:gd name="adj" fmla="val 3846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69480" y="329184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音声名が「動画プロジェクト 97」「98」「130」など、ファイル作成時の番号のまま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スライド番号とは一致していません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後で整理し直すことは可能です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努力賞・新人賞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  <p:pic>
        <p:nvPicPr>
          <p:cNvPr id="4" name="Image 0" descr="s/t3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努力賞 扉（105件/5件）</a:t>
            </a:r>
            <a:endParaRPr lang="en-US" sz="1100" dirty="0"/>
          </a:p>
        </p:txBody>
      </p:sp>
      <p:pic>
        <p:nvPicPr>
          <p:cNvPr id="6" name="Image 1" descr="s/t3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429768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努力賞 一覧スライド</a:t>
            </a:r>
            <a:endParaRPr lang="en-US" sz="1100" dirty="0"/>
          </a:p>
        </p:txBody>
      </p:sp>
      <p:pic>
        <p:nvPicPr>
          <p:cNvPr id="8" name="Image 2" descr="s/t32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813816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新人賞：大橋 誠斗さん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57200" y="393192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3EFFA"/>
          </a:solidFill>
          <a:ln w="12700">
            <a:solidFill>
              <a:srgbClr val="6A3FB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" y="4023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努力賞は一覧表示のため、件数のご紹介にとどめる構成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新人賞は受賞者名と受賞理由を読み上げ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【要確認】講評：常務のお名前の読み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3657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読み確認</a:t>
            </a:r>
            <a:endParaRPr lang="en-US" sz="1200" dirty="0"/>
          </a:p>
        </p:txBody>
      </p:sp>
      <p:pic>
        <p:nvPicPr>
          <p:cNvPr id="6" name="Image 0" descr="s/t3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0" cy="360045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483489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講評：常務執行役員 営業担当 的場 俊英さん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0" y="118872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69480" y="1280160"/>
            <a:ext cx="4297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確認事項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「俊英」の読みを「しゅんえい」でナレーションしています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正しい読みで良いかご確認ください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誤りがあれば該当スライドの音声のみ差し替えます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【要確認】閉会：セリフは仮案です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3657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セリフ案</a:t>
            </a:r>
            <a:endParaRPr lang="en-US" sz="1200" dirty="0"/>
          </a:p>
        </p:txBody>
      </p:sp>
      <p:pic>
        <p:nvPicPr>
          <p:cNvPr id="6" name="Image 0" descr="s/t3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閉会「ご参加ありがとうございました」</a:t>
            </a:r>
            <a:endParaRPr lang="en-US" sz="1100" dirty="0"/>
          </a:p>
        </p:txBody>
      </p:sp>
      <p:pic>
        <p:nvPicPr>
          <p:cNvPr id="8" name="Image 1" descr="s/t34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429768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エンディング（スライド60）</a:t>
            </a:r>
            <a:endParaRPr lang="en-US" sz="1100" dirty="0"/>
          </a:p>
        </p:txBody>
      </p:sp>
      <p:pic>
        <p:nvPicPr>
          <p:cNvPr id="10" name="Image 2" descr="s/t34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66160" cy="200596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pic>
      <p:sp>
        <p:nvSpPr>
          <p:cNvPr id="11" name="Text 6"/>
          <p:cNvSpPr txBox="1"/>
          <p:nvPr/>
        </p:nvSpPr>
        <p:spPr>
          <a:xfrm>
            <a:off x="8138160" y="324040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最終スライド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384048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F3EF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「皆様、ありがとうございました。本日もAI司会と…」で締め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前回から引き続いてのエンディング演出（スライド60）をそのまま使用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「今回もAI音声を使いましたが、いかがでしょうか」等のセリフは私の仮案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セリフはすべて修正可能です。お気軽にお申し付けください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ご確認・ご指示いただきたい事項まとめ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393192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ご判断いただきたいこと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7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優秀賞の順番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3番目と4番目を入替（筒井→芝原）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元の順（芝原→筒井）に戻すか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複数名スライドの呼名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代表1名のみ呼名・ステージ案内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全員呼名に変更するか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業務効率改善賞 奨励賞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全員のお名前を呼名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このままで良いか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音声オブジェクト名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作成時の番号（97, 98, 130 等）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整理・リネームが必要か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的場常務の読み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「しゅんえい」で読み上げ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正しい読みのご確認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閉会セリフ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仮案（AI音声いかがでしたか 等）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文言の修正有無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いずれも該当スライドの音声差し替えのみで対応可能です。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2026-10-30T05:48:26Z</dcterms:created>
  <dcterms:modified xsi:type="dcterms:W3CDTF">2026-10-30T05:48:26Z</dcterms:modified>
</cp:coreProperties>
</file>