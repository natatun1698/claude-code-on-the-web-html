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コンカー旅費精算を時短する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D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領収書画像 → AI → Excel → コピー＆ペーストで入力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対象：航空券（領収書あり）／自宅〜空港の鉄道代（経路検索なし）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全体の流れ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F3F5F8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691640"/>
            <a:ext cx="822960" cy="82296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7160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97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領収書を準備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航空券の領収書画像（jpg/pdf）を1フォルダに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F3F5F8"/>
          </a:solidFill>
          <a:ln/>
        </p:spPr>
      </p:sp>
      <p:sp>
        <p:nvSpPr>
          <p:cNvPr id="9" name="Shape 7"/>
          <p:cNvSpPr/>
          <p:nvPr/>
        </p:nvSpPr>
        <p:spPr>
          <a:xfrm>
            <a:off x="4251960" y="1691640"/>
            <a:ext cx="822960" cy="82296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5196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97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AIでExcel化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2918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社内AIアシスタントにプロンプト＋画像を投入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F3F5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1691640"/>
            <a:ext cx="822960" cy="82296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697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Excelを確認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2918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日付・出発地・到着地・支払先・金額の表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98280" y="146304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F3F5F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12680" y="1691640"/>
            <a:ext cx="822960" cy="82296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1268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697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コンカーに貼付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2918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項目ごとにコピー＆ペースト、領収書を添付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8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鉄道代は経路検索を使わず、Excelの区間・運賃をそのまま貼り付けて入力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1-3　AIで領収書をExcel化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D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領収書画像を読み込ませ、精算用の一覧表を自動作成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領収書画像をフォルダに集める</a:t>
            </a:r>
            <a:endParaRPr lang="en-US" sz="2800" dirty="0"/>
          </a:p>
        </p:txBody>
      </p:sp>
      <p:pic>
        <p:nvPicPr>
          <p:cNvPr id="5" name="Image 0" descr="s/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航空券の領収書（画像・PDF）をダウンロードフォルダ等に保存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複数枚まとめてOK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AIアシスタントに画像とプロンプトを投入</a:t>
            </a:r>
            <a:endParaRPr lang="en-US" sz="2800" dirty="0"/>
          </a:p>
        </p:txBody>
      </p:sp>
      <p:pic>
        <p:nvPicPr>
          <p:cNvPr id="5" name="Image 0" descr="s/s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社内AI（GPT-5.4-mini）で新しいチャット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領収書画像を添付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「全領収書を読み取りExcelにまとめて」と指示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プロンプト：空港判定と鉄道運賃のルール</a:t>
            </a:r>
            <a:endParaRPr lang="en-US" sz="2800" dirty="0"/>
          </a:p>
        </p:txBody>
      </p:sp>
      <p:pic>
        <p:nvPicPr>
          <p:cNvPr id="5" name="Image 0" descr="s/s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羽田/成田を領収書から判定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自宅〜空港の鉄道代を往復で定義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例：羽田 往路660円・復路660円・計1,320円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プロンプト：出力するExcelの仕様</a:t>
            </a:r>
            <a:endParaRPr lang="en-US" sz="2800" dirty="0"/>
          </a:p>
        </p:txBody>
      </p:sp>
      <p:pic>
        <p:nvPicPr>
          <p:cNvPr id="5" name="Image 0" descr="s/s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列：日付・出発地・到着地・支払先・金額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日付はYYYY/MM/DD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金額は数値、ダウンロードリンクで出力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AIがExcelを作成 → ダウンロード</a:t>
            </a:r>
            <a:endParaRPr lang="en-US" sz="2800" dirty="0"/>
          </a:p>
        </p:txBody>
      </p:sp>
      <p:pic>
        <p:nvPicPr>
          <p:cNvPr id="5" name="Image 0" descr="s/s1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「作成しました」と回答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リンクから領収書まとめ.xlsxを取得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完成したExcel（航空券＋鉄道代）</a:t>
            </a:r>
            <a:endParaRPr lang="en-US" sz="2800" dirty="0"/>
          </a:p>
        </p:txBody>
      </p:sp>
      <p:pic>
        <p:nvPicPr>
          <p:cNvPr id="5" name="Image 0" descr="s/s1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航空券の行と、自宅↔空港の鉄道行が自動で並ぶ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支払先も「日本航空」「都営地下鉄・京急電鉄（交通系IC）」まで記入済み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　コンカーへコピー＆ペースト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D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画面を左右に並べて、Excelから各項目を貼り付け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コンカーで精算レポートを開く</a:t>
            </a:r>
            <a:endParaRPr lang="en-US" sz="2800" dirty="0"/>
          </a:p>
        </p:txBody>
      </p:sp>
      <p:pic>
        <p:nvPicPr>
          <p:cNvPr id="5" name="Image 0" descr="s/s1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レポート「東京 国内 営業基盤開発グループ精算」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右にExcelを並べて表示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経費タイプを選択</a:t>
            </a:r>
            <a:endParaRPr lang="en-US" sz="2800" dirty="0"/>
          </a:p>
        </p:txBody>
      </p:sp>
      <p:pic>
        <p:nvPicPr>
          <p:cNvPr id="5" name="Image 0" descr="s/s2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航空券：国内航空券・タクシー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鉄道：近距離国内公共交通機関（経路検索なし）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航空券：日付をコピペ</a:t>
            </a:r>
            <a:endParaRPr lang="en-US" sz="2800" dirty="0"/>
          </a:p>
        </p:txBody>
      </p:sp>
      <p:pic>
        <p:nvPicPr>
          <p:cNvPr id="5" name="Image 0" descr="s/s2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Excelの日付セルをコピー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「利用日」に貼り付け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航空券：出発地・到着地をコピペ</a:t>
            </a:r>
            <a:endParaRPr lang="en-US" sz="2800" dirty="0"/>
          </a:p>
        </p:txBody>
      </p:sp>
      <p:pic>
        <p:nvPicPr>
          <p:cNvPr id="5" name="Image 0" descr="s/s2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「東京（羽田）→大阪（伊丹）」などの区間を貼り付け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手入力・変換ミスがなくなる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航空券：支払先・金額をコピペ</a:t>
            </a:r>
            <a:endParaRPr lang="en-US" sz="2800" dirty="0"/>
          </a:p>
        </p:txBody>
      </p:sp>
      <p:pic>
        <p:nvPicPr>
          <p:cNvPr id="5" name="Image 0" descr="s/s2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支払先・金額もセルから貼り付け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金額は数値なのでそのまま入る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領収書画像を添付して保存</a:t>
            </a:r>
            <a:endParaRPr lang="en-US" sz="2800" dirty="0"/>
          </a:p>
        </p:txBody>
      </p:sp>
      <p:pic>
        <p:nvPicPr>
          <p:cNvPr id="5" name="Image 0" descr="s/s3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「新しい領収書のアップロード」から元画像を選択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保存すると明細に追加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鉄道代：経路検索なしで入力</a:t>
            </a:r>
            <a:endParaRPr lang="en-US" sz="2800" dirty="0"/>
          </a:p>
        </p:txBody>
      </p:sp>
      <p:pic>
        <p:nvPicPr>
          <p:cNvPr id="5" name="Image 0" descr="s/s3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経費タイプ「経路検索なし」を選ぶ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出発地・到着地・金額をExcelから貼り付け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鉄道代：区間・運賃を貼り付け</a:t>
            </a:r>
            <a:endParaRPr lang="en-US" sz="2800" dirty="0"/>
          </a:p>
        </p:txBody>
      </p:sp>
      <p:pic>
        <p:nvPicPr>
          <p:cNvPr id="5" name="Image 0" descr="s/s3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板橋本町（自宅）→羽田空港 など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往復1,320円をそのまま入力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精算レポートに明細が揃う</a:t>
            </a:r>
            <a:endParaRPr lang="en-US" sz="2800" dirty="0"/>
          </a:p>
        </p:txBody>
      </p:sp>
      <p:pic>
        <p:nvPicPr>
          <p:cNvPr id="5" name="Image 0" descr="s/s4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321040" cy="4681728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06840" y="1143000"/>
            <a:ext cx="2743200" cy="4681728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280160"/>
            <a:ext cx="2514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航空券＋鉄道代の明細が一覧に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合計金額を確認して提出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2C4E7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手入力ゼロ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領収書の読み取り・転記をAIに任せる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182880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2C4E7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2103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経路検索不要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9260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自宅〜空港の鉄道代はプロンプトの定額運賃で自動計算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0" y="182880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2C4E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0" y="2103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コピペで完結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9260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日付・区間・支払先・金額を貼るだけで時短・省力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煩雑なコンカー精算も、航空券と空港までの鉄道代は「Excel→コピー＆ペースト」で大幅に時短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2026-10-07T06:55:02Z</dcterms:created>
  <dcterms:modified xsi:type="dcterms:W3CDTF">2026-10-07T06:55:02Z</dcterms:modified>
</cp:coreProperties>
</file>