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live/5r90rz_HQ38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live/5r90rz_HQ38?t=5148s" TargetMode="External"/><Relationship Id="rId3" Type="http://schemas.openxmlformats.org/officeDocument/2006/relationships/hyperlink" Target="https://www.youtube.com/live/5r90rz_HQ38?t=5173s" TargetMode="External"/><Relationship Id="rId4" Type="http://schemas.openxmlformats.org/officeDocument/2006/relationships/hyperlink" Target="https://www.youtube.com/live/5r90rz_HQ38?t=5303s" TargetMode="External"/><Relationship Id="rId5" Type="http://schemas.openxmlformats.org/officeDocument/2006/relationships/hyperlink" Target="https://www.youtube.com/live/5r90rz_HQ38?t=5481s" TargetMode="External"/><Relationship Id="rId6" Type="http://schemas.openxmlformats.org/officeDocument/2006/relationships/hyperlink" Target="https://www.youtube.com/live/5r90rz_HQ38?t=5670s" TargetMode="External"/><Relationship Id="rId7" Type="http://schemas.openxmlformats.org/officeDocument/2006/relationships/hyperlink" Target="https://www.youtube.com/live/5r90rz_HQ38?t=5939s" TargetMode="External"/><Relationship Id="rId8" Type="http://schemas.openxmlformats.org/officeDocument/2006/relationships/hyperlink" Target="https://www.youtube.com/live/5r90rz_HQ38?t=6018s" TargetMode="External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hyperlink" Target="https://www.youtube.com/live/5r90rz_HQ38?t=5352s" TargetMode="External"/><Relationship Id="rId12" Type="http://schemas.openxmlformats.org/officeDocument/2006/relationships/image" Target="../media/image4.png"/><Relationship Id="rId13" Type="http://schemas.openxmlformats.org/officeDocument/2006/relationships/hyperlink" Target="https://www.youtube.com/live/5r90rz_HQ38?t=5600s" TargetMode="External"/><Relationship Id="rId14" Type="http://schemas.openxmlformats.org/officeDocument/2006/relationships/image" Target="../media/image5.png"/><Relationship Id="rId15" Type="http://schemas.openxmlformats.org/officeDocument/2006/relationships/hyperlink" Target="https://www.youtube.com/live/5r90rz_HQ38?t=5849s" TargetMode="External"/><Relationship Id="rId16" Type="http://schemas.openxmlformats.org/officeDocument/2006/relationships/image" Target="../media/image6.png"/><Relationship Id="rId17" Type="http://schemas.openxmlformats.org/officeDocument/2006/relationships/hyperlink" Target="https://www.youtube.com/live/5r90rz_HQ38?t=5988s" TargetMode="External"/><Relationship Id="rId18" Type="http://schemas.openxmlformats.org/officeDocument/2006/relationships/image" Target="../media/image7.png"/><Relationship Id="rId19" Type="http://schemas.openxmlformats.org/officeDocument/2006/relationships/hyperlink" Target="https://www.youtube.com/live/5r90rz_HQ38?t=6068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youtube.com/live/5r90rz_HQ38?t=5143s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www.youtube.com/live/5r90rz_HQ38?t=5163s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youtube.com/live/5r90rz_HQ38?t=5173s" TargetMode="External"/><Relationship Id="rId8" Type="http://schemas.openxmlformats.org/officeDocument/2006/relationships/image" Target="../media/image10.png"/><Relationship Id="rId9" Type="http://schemas.openxmlformats.org/officeDocument/2006/relationships/hyperlink" Target="https://www.youtube.com/live/5r90rz_HQ38?t=5222s" TargetMode="External"/><Relationship Id="rId10" Type="http://schemas.openxmlformats.org/officeDocument/2006/relationships/image" Target="../media/image11.png"/><Relationship Id="rId11" Type="http://schemas.openxmlformats.org/officeDocument/2006/relationships/hyperlink" Target="https://www.youtube.com/live/5r90rz_HQ38?t=5262s" TargetMode="External"/><Relationship Id="rId12" Type="http://schemas.openxmlformats.org/officeDocument/2006/relationships/image" Target="../media/image12.png"/><Relationship Id="rId13" Type="http://schemas.openxmlformats.org/officeDocument/2006/relationships/hyperlink" Target="https://www.youtube.com/live/5r90rz_HQ38?t=5292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www.youtube.com/live/5r90rz_HQ38?t=5302s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www.youtube.com/live/5r90rz_HQ38?t=5322s" TargetMode="External"/><Relationship Id="rId6" Type="http://schemas.openxmlformats.org/officeDocument/2006/relationships/image" Target="../media/image15.png"/><Relationship Id="rId7" Type="http://schemas.openxmlformats.org/officeDocument/2006/relationships/hyperlink" Target="https://www.youtube.com/live/5r90rz_HQ38?t=5342s" TargetMode="External"/><Relationship Id="rId8" Type="http://schemas.openxmlformats.org/officeDocument/2006/relationships/image" Target="../media/image16.png"/><Relationship Id="rId9" Type="http://schemas.openxmlformats.org/officeDocument/2006/relationships/hyperlink" Target="https://www.youtube.com/live/5r90rz_HQ38?t=5362s" TargetMode="External"/><Relationship Id="rId10" Type="http://schemas.openxmlformats.org/officeDocument/2006/relationships/image" Target="../media/image17.png"/><Relationship Id="rId11" Type="http://schemas.openxmlformats.org/officeDocument/2006/relationships/hyperlink" Target="https://www.youtube.com/live/5r90rz_HQ38?t=5381s" TargetMode="External"/><Relationship Id="rId12" Type="http://schemas.openxmlformats.org/officeDocument/2006/relationships/image" Target="../media/image18.png"/><Relationship Id="rId13" Type="http://schemas.openxmlformats.org/officeDocument/2006/relationships/hyperlink" Target="https://www.youtube.com/live/5r90rz_HQ38?t=5401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www.youtube.com/live/5r90rz_HQ38?t=5411s" TargetMode="External"/><Relationship Id="rId4" Type="http://schemas.openxmlformats.org/officeDocument/2006/relationships/image" Target="../media/image20.png"/><Relationship Id="rId5" Type="http://schemas.openxmlformats.org/officeDocument/2006/relationships/hyperlink" Target="https://www.youtube.com/live/5r90rz_HQ38?t=5421s" TargetMode="External"/><Relationship Id="rId6" Type="http://schemas.openxmlformats.org/officeDocument/2006/relationships/image" Target="../media/image21.png"/><Relationship Id="rId7" Type="http://schemas.openxmlformats.org/officeDocument/2006/relationships/hyperlink" Target="https://www.youtube.com/live/5r90rz_HQ38?t=5431s" TargetMode="External"/><Relationship Id="rId8" Type="http://schemas.openxmlformats.org/officeDocument/2006/relationships/image" Target="../media/image22.png"/><Relationship Id="rId9" Type="http://schemas.openxmlformats.org/officeDocument/2006/relationships/hyperlink" Target="https://www.youtube.com/live/5r90rz_HQ38?t=5441s" TargetMode="External"/><Relationship Id="rId10" Type="http://schemas.openxmlformats.org/officeDocument/2006/relationships/image" Target="../media/image23.png"/><Relationship Id="rId11" Type="http://schemas.openxmlformats.org/officeDocument/2006/relationships/hyperlink" Target="https://www.youtube.com/live/5r90rz_HQ38?t=5451s" TargetMode="External"/><Relationship Id="rId12" Type="http://schemas.openxmlformats.org/officeDocument/2006/relationships/image" Target="../media/image24.png"/><Relationship Id="rId13" Type="http://schemas.openxmlformats.org/officeDocument/2006/relationships/hyperlink" Target="https://www.youtube.com/live/5r90rz_HQ38?t=5461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hyperlink" Target="https://www.youtube.com/live/5r90rz_HQ38?t=5471s" TargetMode="External"/><Relationship Id="rId4" Type="http://schemas.openxmlformats.org/officeDocument/2006/relationships/image" Target="../media/image26.png"/><Relationship Id="rId5" Type="http://schemas.openxmlformats.org/officeDocument/2006/relationships/hyperlink" Target="https://www.youtube.com/live/5r90rz_HQ38?t=5491s" TargetMode="External"/><Relationship Id="rId6" Type="http://schemas.openxmlformats.org/officeDocument/2006/relationships/image" Target="../media/image27.png"/><Relationship Id="rId7" Type="http://schemas.openxmlformats.org/officeDocument/2006/relationships/hyperlink" Target="https://www.youtube.com/live/5r90rz_HQ38?t=5511s" TargetMode="External"/><Relationship Id="rId8" Type="http://schemas.openxmlformats.org/officeDocument/2006/relationships/image" Target="../media/image28.png"/><Relationship Id="rId9" Type="http://schemas.openxmlformats.org/officeDocument/2006/relationships/hyperlink" Target="https://www.youtube.com/live/5r90rz_HQ38?t=5531s" TargetMode="External"/><Relationship Id="rId10" Type="http://schemas.openxmlformats.org/officeDocument/2006/relationships/image" Target="../media/image29.png"/><Relationship Id="rId11" Type="http://schemas.openxmlformats.org/officeDocument/2006/relationships/hyperlink" Target="https://www.youtube.com/live/5r90rz_HQ38?t=5551s" TargetMode="External"/><Relationship Id="rId12" Type="http://schemas.openxmlformats.org/officeDocument/2006/relationships/image" Target="../media/image30.png"/><Relationship Id="rId13" Type="http://schemas.openxmlformats.org/officeDocument/2006/relationships/hyperlink" Target="https://www.youtube.com/live/5r90rz_HQ38?t=5570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hyperlink" Target="https://www.youtube.com/live/5r90rz_HQ38?t=5590s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s://www.youtube.com/live/5r90rz_HQ38?t=5600s" TargetMode="External"/><Relationship Id="rId6" Type="http://schemas.openxmlformats.org/officeDocument/2006/relationships/image" Target="../media/image32.png"/><Relationship Id="rId7" Type="http://schemas.openxmlformats.org/officeDocument/2006/relationships/hyperlink" Target="https://www.youtube.com/live/5r90rz_HQ38?t=5610s" TargetMode="External"/><Relationship Id="rId8" Type="http://schemas.openxmlformats.org/officeDocument/2006/relationships/image" Target="../media/image33.png"/><Relationship Id="rId9" Type="http://schemas.openxmlformats.org/officeDocument/2006/relationships/hyperlink" Target="https://www.youtube.com/live/5r90rz_HQ38?t=5620s" TargetMode="External"/><Relationship Id="rId10" Type="http://schemas.openxmlformats.org/officeDocument/2006/relationships/image" Target="../media/image34.png"/><Relationship Id="rId11" Type="http://schemas.openxmlformats.org/officeDocument/2006/relationships/hyperlink" Target="https://www.youtube.com/live/5r90rz_HQ38?t=5640s" TargetMode="External"/><Relationship Id="rId12" Type="http://schemas.openxmlformats.org/officeDocument/2006/relationships/image" Target="../media/image35.png"/><Relationship Id="rId13" Type="http://schemas.openxmlformats.org/officeDocument/2006/relationships/hyperlink" Target="https://www.youtube.com/live/5r90rz_HQ38?t=5650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hyperlink" Target="https://www.youtube.com/live/5r90rz_HQ38?t=5670s" TargetMode="External"/><Relationship Id="rId4" Type="http://schemas.openxmlformats.org/officeDocument/2006/relationships/image" Target="../media/image37.png"/><Relationship Id="rId5" Type="http://schemas.openxmlformats.org/officeDocument/2006/relationships/hyperlink" Target="https://www.youtube.com/live/5r90rz_HQ38?t=5700s" TargetMode="External"/><Relationship Id="rId6" Type="http://schemas.openxmlformats.org/officeDocument/2006/relationships/image" Target="../media/image38.png"/><Relationship Id="rId7" Type="http://schemas.openxmlformats.org/officeDocument/2006/relationships/hyperlink" Target="https://www.youtube.com/live/5r90rz_HQ38?t=5720s" TargetMode="External"/><Relationship Id="rId8" Type="http://schemas.openxmlformats.org/officeDocument/2006/relationships/image" Target="../media/image39.png"/><Relationship Id="rId9" Type="http://schemas.openxmlformats.org/officeDocument/2006/relationships/hyperlink" Target="https://www.youtube.com/live/5r90rz_HQ38?t=5750s" TargetMode="External"/><Relationship Id="rId10" Type="http://schemas.openxmlformats.org/officeDocument/2006/relationships/image" Target="../media/image40.png"/><Relationship Id="rId11" Type="http://schemas.openxmlformats.org/officeDocument/2006/relationships/hyperlink" Target="https://www.youtube.com/live/5r90rz_HQ38?t=5779s" TargetMode="External"/><Relationship Id="rId12" Type="http://schemas.openxmlformats.org/officeDocument/2006/relationships/image" Target="../media/image41.png"/><Relationship Id="rId13" Type="http://schemas.openxmlformats.org/officeDocument/2006/relationships/hyperlink" Target="https://www.youtube.com/live/5r90rz_HQ38?t=5809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hyperlink" Target="https://www.youtube.com/live/5r90rz_HQ38?t=5829s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www.youtube.com/live/5r90rz_HQ38?t=5849s" TargetMode="External"/><Relationship Id="rId6" Type="http://schemas.openxmlformats.org/officeDocument/2006/relationships/image" Target="../media/image43.png"/><Relationship Id="rId7" Type="http://schemas.openxmlformats.org/officeDocument/2006/relationships/hyperlink" Target="https://www.youtube.com/live/5r90rz_HQ38?t=5869s" TargetMode="External"/><Relationship Id="rId8" Type="http://schemas.openxmlformats.org/officeDocument/2006/relationships/image" Target="../media/image44.png"/><Relationship Id="rId9" Type="http://schemas.openxmlformats.org/officeDocument/2006/relationships/hyperlink" Target="https://www.youtube.com/live/5r90rz_HQ38?t=5889s" TargetMode="External"/><Relationship Id="rId10" Type="http://schemas.openxmlformats.org/officeDocument/2006/relationships/image" Target="../media/image45.png"/><Relationship Id="rId11" Type="http://schemas.openxmlformats.org/officeDocument/2006/relationships/hyperlink" Target="https://www.youtube.com/live/5r90rz_HQ38?t=5909s" TargetMode="External"/><Relationship Id="rId12" Type="http://schemas.openxmlformats.org/officeDocument/2006/relationships/image" Target="../media/image46.png"/><Relationship Id="rId13" Type="http://schemas.openxmlformats.org/officeDocument/2006/relationships/hyperlink" Target="https://www.youtube.com/live/5r90rz_HQ38?t=5929s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hyperlink" Target="https://www.youtube.com/live/5r90rz_HQ38?t=5939s" TargetMode="External"/><Relationship Id="rId4" Type="http://schemas.openxmlformats.org/officeDocument/2006/relationships/image" Target="../media/image48.png"/><Relationship Id="rId5" Type="http://schemas.openxmlformats.org/officeDocument/2006/relationships/hyperlink" Target="https://www.youtube.com/live/5r90rz_HQ38?t=5949s" TargetMode="External"/><Relationship Id="rId6" Type="http://schemas.openxmlformats.org/officeDocument/2006/relationships/image" Target="../media/image49.png"/><Relationship Id="rId7" Type="http://schemas.openxmlformats.org/officeDocument/2006/relationships/hyperlink" Target="https://www.youtube.com/live/5r90rz_HQ38?t=5968s" TargetMode="External"/><Relationship Id="rId8" Type="http://schemas.openxmlformats.org/officeDocument/2006/relationships/image" Target="../media/image6.png"/><Relationship Id="rId9" Type="http://schemas.openxmlformats.org/officeDocument/2006/relationships/hyperlink" Target="https://www.youtube.com/live/5r90rz_HQ38?t=5988s" TargetMode="External"/><Relationship Id="rId10" Type="http://schemas.openxmlformats.org/officeDocument/2006/relationships/image" Target="../media/image50.png"/><Relationship Id="rId11" Type="http://schemas.openxmlformats.org/officeDocument/2006/relationships/hyperlink" Target="https://www.youtube.com/live/5r90rz_HQ38?t=5998s" TargetMode="External"/><Relationship Id="rId12" Type="http://schemas.openxmlformats.org/officeDocument/2006/relationships/image" Target="../media/image51.png"/><Relationship Id="rId13" Type="http://schemas.openxmlformats.org/officeDocument/2006/relationships/hyperlink" Target="https://www.youtube.com/live/5r90rz_HQ38?t=6008s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hyperlink" Target="https://www.youtube.com/live/5r90rz_HQ38?t=6018s" TargetMode="External"/><Relationship Id="rId4" Type="http://schemas.openxmlformats.org/officeDocument/2006/relationships/image" Target="../media/image53.png"/><Relationship Id="rId5" Type="http://schemas.openxmlformats.org/officeDocument/2006/relationships/hyperlink" Target="https://www.youtube.com/live/5r90rz_HQ38?t=6038s" TargetMode="External"/><Relationship Id="rId6" Type="http://schemas.openxmlformats.org/officeDocument/2006/relationships/image" Target="../media/image54.png"/><Relationship Id="rId7" Type="http://schemas.openxmlformats.org/officeDocument/2006/relationships/hyperlink" Target="https://www.youtube.com/live/5r90rz_HQ38?t=6058s" TargetMode="External"/><Relationship Id="rId8" Type="http://schemas.openxmlformats.org/officeDocument/2006/relationships/image" Target="../media/image55.png"/><Relationship Id="rId9" Type="http://schemas.openxmlformats.org/officeDocument/2006/relationships/hyperlink" Target="https://www.youtube.com/live/5r90rz_HQ38?t=6078s" TargetMode="External"/><Relationship Id="rId10" Type="http://schemas.openxmlformats.org/officeDocument/2006/relationships/image" Target="../media/image56.png"/><Relationship Id="rId11" Type="http://schemas.openxmlformats.org/officeDocument/2006/relationships/hyperlink" Target="https://www.youtube.com/live/5r90rz_HQ38?t=6118s" TargetMode="External"/><Relationship Id="rId12" Type="http://schemas.openxmlformats.org/officeDocument/2006/relationships/image" Target="../media/image57.png"/><Relationship Id="rId13" Type="http://schemas.openxmlformats.org/officeDocument/2006/relationships/hyperlink" Target="https://www.youtube.com/live/5r90rz_HQ38?t=6157s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www.youtube.com/live/5r90rz_HQ38?t=5143s" TargetMode="External"/><Relationship Id="rId4" Type="http://schemas.openxmlformats.org/officeDocument/2006/relationships/image" Target="../media/image58.png"/><Relationship Id="rId5" Type="http://schemas.openxmlformats.org/officeDocument/2006/relationships/hyperlink" Target="https://www.youtube.com/live/5r90rz_HQ38?t=5153s" TargetMode="External"/><Relationship Id="rId6" Type="http://schemas.openxmlformats.org/officeDocument/2006/relationships/image" Target="../media/image9.png"/><Relationship Id="rId7" Type="http://schemas.openxmlformats.org/officeDocument/2006/relationships/hyperlink" Target="https://www.youtube.com/live/5r90rz_HQ38?t=5163s" TargetMode="External"/><Relationship Id="rId8" Type="http://schemas.openxmlformats.org/officeDocument/2006/relationships/image" Target="../media/image2.png"/><Relationship Id="rId9" Type="http://schemas.openxmlformats.org/officeDocument/2006/relationships/hyperlink" Target="https://www.youtube.com/live/5r90rz_HQ38?t=5173s" TargetMode="External"/><Relationship Id="rId10" Type="http://schemas.openxmlformats.org/officeDocument/2006/relationships/image" Target="../media/image1.png"/><Relationship Id="rId11" Type="http://schemas.openxmlformats.org/officeDocument/2006/relationships/hyperlink" Target="https://www.youtube.com/live/5r90rz_HQ38?t=5182s" TargetMode="External"/><Relationship Id="rId12" Type="http://schemas.openxmlformats.org/officeDocument/2006/relationships/image" Target="../media/image59.png"/><Relationship Id="rId13" Type="http://schemas.openxmlformats.org/officeDocument/2006/relationships/hyperlink" Target="https://www.youtube.com/live/5r90rz_HQ38?t=5192s" TargetMode="External"/><Relationship Id="rId14" Type="http://schemas.openxmlformats.org/officeDocument/2006/relationships/image" Target="../media/image60.png"/><Relationship Id="rId15" Type="http://schemas.openxmlformats.org/officeDocument/2006/relationships/hyperlink" Target="https://www.youtube.com/live/5r90rz_HQ38?t=5202s" TargetMode="External"/><Relationship Id="rId16" Type="http://schemas.openxmlformats.org/officeDocument/2006/relationships/image" Target="../media/image61.png"/><Relationship Id="rId17" Type="http://schemas.openxmlformats.org/officeDocument/2006/relationships/hyperlink" Target="https://www.youtube.com/live/5r90rz_HQ38?t=5212s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www.youtube.com/live/5r90rz_HQ38?t=5222s" TargetMode="External"/><Relationship Id="rId20" Type="http://schemas.openxmlformats.org/officeDocument/2006/relationships/image" Target="../media/image62.png"/><Relationship Id="rId21" Type="http://schemas.openxmlformats.org/officeDocument/2006/relationships/hyperlink" Target="https://www.youtube.com/live/5r90rz_HQ38?t=5232s" TargetMode="External"/><Relationship Id="rId22" Type="http://schemas.openxmlformats.org/officeDocument/2006/relationships/image" Target="../media/image63.png"/><Relationship Id="rId23" Type="http://schemas.openxmlformats.org/officeDocument/2006/relationships/hyperlink" Target="https://www.youtube.com/live/5r90rz_HQ38?t=5242s" TargetMode="External"/><Relationship Id="rId24" Type="http://schemas.openxmlformats.org/officeDocument/2006/relationships/image" Target="../media/image64.png"/><Relationship Id="rId25" Type="http://schemas.openxmlformats.org/officeDocument/2006/relationships/hyperlink" Target="https://www.youtube.com/live/5r90rz_HQ38?t=5252s" TargetMode="External"/><Relationship Id="rId26" Type="http://schemas.openxmlformats.org/officeDocument/2006/relationships/image" Target="../media/image11.png"/><Relationship Id="rId27" Type="http://schemas.openxmlformats.org/officeDocument/2006/relationships/hyperlink" Target="https://www.youtube.com/live/5r90rz_HQ38?t=5262s" TargetMode="External"/><Relationship Id="rId28" Type="http://schemas.openxmlformats.org/officeDocument/2006/relationships/image" Target="../media/image65.png"/><Relationship Id="rId29" Type="http://schemas.openxmlformats.org/officeDocument/2006/relationships/hyperlink" Target="https://www.youtube.com/live/5r90rz_HQ38?t=5272s" TargetMode="External"/><Relationship Id="rId30" Type="http://schemas.openxmlformats.org/officeDocument/2006/relationships/image" Target="../media/image66.png"/><Relationship Id="rId31" Type="http://schemas.openxmlformats.org/officeDocument/2006/relationships/hyperlink" Target="https://www.youtube.com/live/5r90rz_HQ38?t=5282s" TargetMode="External"/><Relationship Id="rId32" Type="http://schemas.openxmlformats.org/officeDocument/2006/relationships/image" Target="../media/image12.png"/><Relationship Id="rId33" Type="http://schemas.openxmlformats.org/officeDocument/2006/relationships/hyperlink" Target="https://www.youtube.com/live/5r90rz_HQ38?t=5292s" TargetMode="External"/><Relationship Id="rId34" Type="http://schemas.openxmlformats.org/officeDocument/2006/relationships/image" Target="../media/image13.png"/><Relationship Id="rId35" Type="http://schemas.openxmlformats.org/officeDocument/2006/relationships/hyperlink" Target="https://www.youtube.com/live/5r90rz_HQ38?t=5302s" TargetMode="External"/><Relationship Id="rId36" Type="http://schemas.openxmlformats.org/officeDocument/2006/relationships/image" Target="../media/image67.png"/><Relationship Id="rId37" Type="http://schemas.openxmlformats.org/officeDocument/2006/relationships/hyperlink" Target="https://www.youtube.com/live/5r90rz_HQ38?t=5312s" TargetMode="External"/><Relationship Id="rId38" Type="http://schemas.openxmlformats.org/officeDocument/2006/relationships/image" Target="../media/image14.png"/><Relationship Id="rId39" Type="http://schemas.openxmlformats.org/officeDocument/2006/relationships/hyperlink" Target="https://www.youtube.com/live/5r90rz_HQ38?t=5322s" TargetMode="External"/><Relationship Id="rId40" Type="http://schemas.openxmlformats.org/officeDocument/2006/relationships/image" Target="../media/image68.png"/><Relationship Id="rId41" Type="http://schemas.openxmlformats.org/officeDocument/2006/relationships/hyperlink" Target="https://www.youtube.com/live/5r90rz_HQ38?t=5332s" TargetMode="External"/><Relationship Id="rId42" Type="http://schemas.openxmlformats.org/officeDocument/2006/relationships/image" Target="../media/image15.png"/><Relationship Id="rId43" Type="http://schemas.openxmlformats.org/officeDocument/2006/relationships/hyperlink" Target="https://www.youtube.com/live/5r90rz_HQ38?t=5342s" TargetMode="External"/><Relationship Id="rId44" Type="http://schemas.openxmlformats.org/officeDocument/2006/relationships/image" Target="../media/image3.png"/><Relationship Id="rId45" Type="http://schemas.openxmlformats.org/officeDocument/2006/relationships/hyperlink" Target="https://www.youtube.com/live/5r90rz_HQ38?t=5352s" TargetMode="External"/><Relationship Id="rId46" Type="http://schemas.openxmlformats.org/officeDocument/2006/relationships/image" Target="../media/image16.png"/><Relationship Id="rId47" Type="http://schemas.openxmlformats.org/officeDocument/2006/relationships/hyperlink" Target="https://www.youtube.com/live/5r90rz_HQ38?t=5362s" TargetMode="External"/><Relationship Id="rId48" Type="http://schemas.openxmlformats.org/officeDocument/2006/relationships/image" Target="../media/image69.png"/><Relationship Id="rId49" Type="http://schemas.openxmlformats.org/officeDocument/2006/relationships/hyperlink" Target="https://www.youtube.com/live/5r90rz_HQ38?t=5372s" TargetMode="External"/><Relationship Id="rId50" Type="http://schemas.openxmlformats.org/officeDocument/2006/relationships/image" Target="../media/image17.png"/><Relationship Id="rId51" Type="http://schemas.openxmlformats.org/officeDocument/2006/relationships/hyperlink" Target="https://www.youtube.com/live/5r90rz_HQ38?t=5381s" TargetMode="External"/><Relationship Id="rId52" Type="http://schemas.openxmlformats.org/officeDocument/2006/relationships/image" Target="../media/image70.png"/><Relationship Id="rId53" Type="http://schemas.openxmlformats.org/officeDocument/2006/relationships/hyperlink" Target="https://www.youtube.com/live/5r90rz_HQ38?t=5391s" TargetMode="External"/><Relationship Id="rId54" Type="http://schemas.openxmlformats.org/officeDocument/2006/relationships/image" Target="../media/image18.png"/><Relationship Id="rId55" Type="http://schemas.openxmlformats.org/officeDocument/2006/relationships/hyperlink" Target="https://www.youtube.com/live/5r90rz_HQ38?t=5401s" TargetMode="External"/><Relationship Id="rId56" Type="http://schemas.openxmlformats.org/officeDocument/2006/relationships/image" Target="../media/image19.png"/><Relationship Id="rId57" Type="http://schemas.openxmlformats.org/officeDocument/2006/relationships/hyperlink" Target="https://www.youtube.com/live/5r90rz_HQ38?t=5411s" TargetMode="External"/><Relationship Id="rId58" Type="http://schemas.openxmlformats.org/officeDocument/2006/relationships/image" Target="../media/image20.png"/><Relationship Id="rId59" Type="http://schemas.openxmlformats.org/officeDocument/2006/relationships/hyperlink" Target="https://www.youtube.com/live/5r90rz_HQ38?t=5421s" TargetMode="External"/><Relationship Id="rId60" Type="http://schemas.openxmlformats.org/officeDocument/2006/relationships/image" Target="../media/image21.png"/><Relationship Id="rId61" Type="http://schemas.openxmlformats.org/officeDocument/2006/relationships/hyperlink" Target="https://www.youtube.com/live/5r90rz_HQ38?t=5431s" TargetMode="External"/><Relationship Id="rId62" Type="http://schemas.openxmlformats.org/officeDocument/2006/relationships/image" Target="../media/image22.png"/><Relationship Id="rId63" Type="http://schemas.openxmlformats.org/officeDocument/2006/relationships/hyperlink" Target="https://www.youtube.com/live/5r90rz_HQ38?t=5441s" TargetMode="External"/><Relationship Id="rId64" Type="http://schemas.openxmlformats.org/officeDocument/2006/relationships/image" Target="../media/image23.png"/><Relationship Id="rId65" Type="http://schemas.openxmlformats.org/officeDocument/2006/relationships/hyperlink" Target="https://www.youtube.com/live/5r90rz_HQ38?t=5451s" TargetMode="External"/><Relationship Id="rId66" Type="http://schemas.openxmlformats.org/officeDocument/2006/relationships/image" Target="../media/image24.png"/><Relationship Id="rId67" Type="http://schemas.openxmlformats.org/officeDocument/2006/relationships/hyperlink" Target="https://www.youtube.com/live/5r90rz_HQ38?t=5461s" TargetMode="External"/><Relationship Id="rId68" Type="http://schemas.openxmlformats.org/officeDocument/2006/relationships/image" Target="../media/image25.png"/><Relationship Id="rId69" Type="http://schemas.openxmlformats.org/officeDocument/2006/relationships/hyperlink" Target="https://www.youtube.com/live/5r90rz_HQ38?t=5471s" TargetMode="External"/><Relationship Id="rId70" Type="http://schemas.openxmlformats.org/officeDocument/2006/relationships/image" Target="../media/image71.png"/><Relationship Id="rId71" Type="http://schemas.openxmlformats.org/officeDocument/2006/relationships/hyperlink" Target="https://www.youtube.com/live/5r90rz_HQ38?t=5481s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https://www.youtube.com/live/5r90rz_HQ38?t=5491s" TargetMode="External"/><Relationship Id="rId4" Type="http://schemas.openxmlformats.org/officeDocument/2006/relationships/image" Target="../media/image72.png"/><Relationship Id="rId5" Type="http://schemas.openxmlformats.org/officeDocument/2006/relationships/hyperlink" Target="https://www.youtube.com/live/5r90rz_HQ38?t=5501s" TargetMode="External"/><Relationship Id="rId6" Type="http://schemas.openxmlformats.org/officeDocument/2006/relationships/image" Target="../media/image27.png"/><Relationship Id="rId7" Type="http://schemas.openxmlformats.org/officeDocument/2006/relationships/hyperlink" Target="https://www.youtube.com/live/5r90rz_HQ38?t=5511s" TargetMode="External"/><Relationship Id="rId8" Type="http://schemas.openxmlformats.org/officeDocument/2006/relationships/image" Target="../media/image73.png"/><Relationship Id="rId9" Type="http://schemas.openxmlformats.org/officeDocument/2006/relationships/hyperlink" Target="https://www.youtube.com/live/5r90rz_HQ38?t=5521s" TargetMode="External"/><Relationship Id="rId10" Type="http://schemas.openxmlformats.org/officeDocument/2006/relationships/image" Target="../media/image28.png"/><Relationship Id="rId11" Type="http://schemas.openxmlformats.org/officeDocument/2006/relationships/hyperlink" Target="https://www.youtube.com/live/5r90rz_HQ38?t=5531s" TargetMode="External"/><Relationship Id="rId12" Type="http://schemas.openxmlformats.org/officeDocument/2006/relationships/image" Target="../media/image74.png"/><Relationship Id="rId13" Type="http://schemas.openxmlformats.org/officeDocument/2006/relationships/hyperlink" Target="https://www.youtube.com/live/5r90rz_HQ38?t=5541s" TargetMode="External"/><Relationship Id="rId14" Type="http://schemas.openxmlformats.org/officeDocument/2006/relationships/image" Target="../media/image29.png"/><Relationship Id="rId15" Type="http://schemas.openxmlformats.org/officeDocument/2006/relationships/hyperlink" Target="https://www.youtube.com/live/5r90rz_HQ38?t=5551s" TargetMode="External"/><Relationship Id="rId16" Type="http://schemas.openxmlformats.org/officeDocument/2006/relationships/image" Target="../media/image75.png"/><Relationship Id="rId17" Type="http://schemas.openxmlformats.org/officeDocument/2006/relationships/hyperlink" Target="https://www.youtube.com/live/5r90rz_HQ38?t=5561s" TargetMode="External"/><Relationship Id="rId18" Type="http://schemas.openxmlformats.org/officeDocument/2006/relationships/image" Target="../media/image30.png"/><Relationship Id="rId19" Type="http://schemas.openxmlformats.org/officeDocument/2006/relationships/hyperlink" Target="https://www.youtube.com/live/5r90rz_HQ38?t=5570s" TargetMode="External"/><Relationship Id="rId20" Type="http://schemas.openxmlformats.org/officeDocument/2006/relationships/image" Target="../media/image76.png"/><Relationship Id="rId21" Type="http://schemas.openxmlformats.org/officeDocument/2006/relationships/hyperlink" Target="https://www.youtube.com/live/5r90rz_HQ38?t=5580s" TargetMode="External"/><Relationship Id="rId22" Type="http://schemas.openxmlformats.org/officeDocument/2006/relationships/image" Target="../media/image31.png"/><Relationship Id="rId23" Type="http://schemas.openxmlformats.org/officeDocument/2006/relationships/hyperlink" Target="https://www.youtube.com/live/5r90rz_HQ38?t=5590s" TargetMode="External"/><Relationship Id="rId24" Type="http://schemas.openxmlformats.org/officeDocument/2006/relationships/image" Target="../media/image4.png"/><Relationship Id="rId25" Type="http://schemas.openxmlformats.org/officeDocument/2006/relationships/hyperlink" Target="https://www.youtube.com/live/5r90rz_HQ38?t=5600s" TargetMode="External"/><Relationship Id="rId26" Type="http://schemas.openxmlformats.org/officeDocument/2006/relationships/image" Target="../media/image32.png"/><Relationship Id="rId27" Type="http://schemas.openxmlformats.org/officeDocument/2006/relationships/hyperlink" Target="https://www.youtube.com/live/5r90rz_HQ38?t=5610s" TargetMode="External"/><Relationship Id="rId28" Type="http://schemas.openxmlformats.org/officeDocument/2006/relationships/image" Target="../media/image33.png"/><Relationship Id="rId29" Type="http://schemas.openxmlformats.org/officeDocument/2006/relationships/hyperlink" Target="https://www.youtube.com/live/5r90rz_HQ38?t=5620s" TargetMode="External"/><Relationship Id="rId30" Type="http://schemas.openxmlformats.org/officeDocument/2006/relationships/image" Target="../media/image77.png"/><Relationship Id="rId31" Type="http://schemas.openxmlformats.org/officeDocument/2006/relationships/hyperlink" Target="https://www.youtube.com/live/5r90rz_HQ38?t=5630s" TargetMode="External"/><Relationship Id="rId32" Type="http://schemas.openxmlformats.org/officeDocument/2006/relationships/image" Target="../media/image34.png"/><Relationship Id="rId33" Type="http://schemas.openxmlformats.org/officeDocument/2006/relationships/hyperlink" Target="https://www.youtube.com/live/5r90rz_HQ38?t=5640s" TargetMode="External"/><Relationship Id="rId34" Type="http://schemas.openxmlformats.org/officeDocument/2006/relationships/image" Target="../media/image35.png"/><Relationship Id="rId35" Type="http://schemas.openxmlformats.org/officeDocument/2006/relationships/hyperlink" Target="https://www.youtube.com/live/5r90rz_HQ38?t=5650s" TargetMode="External"/><Relationship Id="rId36" Type="http://schemas.openxmlformats.org/officeDocument/2006/relationships/image" Target="../media/image78.png"/><Relationship Id="rId37" Type="http://schemas.openxmlformats.org/officeDocument/2006/relationships/hyperlink" Target="https://www.youtube.com/live/5r90rz_HQ38?t=5660s" TargetMode="External"/><Relationship Id="rId38" Type="http://schemas.openxmlformats.org/officeDocument/2006/relationships/image" Target="../media/image36.png"/><Relationship Id="rId39" Type="http://schemas.openxmlformats.org/officeDocument/2006/relationships/hyperlink" Target="https://www.youtube.com/live/5r90rz_HQ38?t=5670s" TargetMode="External"/><Relationship Id="rId40" Type="http://schemas.openxmlformats.org/officeDocument/2006/relationships/image" Target="../media/image79.png"/><Relationship Id="rId41" Type="http://schemas.openxmlformats.org/officeDocument/2006/relationships/hyperlink" Target="https://www.youtube.com/live/5r90rz_HQ38?t=5680s" TargetMode="External"/><Relationship Id="rId42" Type="http://schemas.openxmlformats.org/officeDocument/2006/relationships/image" Target="../media/image80.png"/><Relationship Id="rId43" Type="http://schemas.openxmlformats.org/officeDocument/2006/relationships/hyperlink" Target="https://www.youtube.com/live/5r90rz_HQ38?t=5690s" TargetMode="External"/><Relationship Id="rId44" Type="http://schemas.openxmlformats.org/officeDocument/2006/relationships/image" Target="../media/image37.png"/><Relationship Id="rId45" Type="http://schemas.openxmlformats.org/officeDocument/2006/relationships/hyperlink" Target="https://www.youtube.com/live/5r90rz_HQ38?t=5700s" TargetMode="External"/><Relationship Id="rId46" Type="http://schemas.openxmlformats.org/officeDocument/2006/relationships/image" Target="../media/image81.png"/><Relationship Id="rId47" Type="http://schemas.openxmlformats.org/officeDocument/2006/relationships/hyperlink" Target="https://www.youtube.com/live/5r90rz_HQ38?t=5710s" TargetMode="External"/><Relationship Id="rId48" Type="http://schemas.openxmlformats.org/officeDocument/2006/relationships/image" Target="../media/image38.png"/><Relationship Id="rId49" Type="http://schemas.openxmlformats.org/officeDocument/2006/relationships/hyperlink" Target="https://www.youtube.com/live/5r90rz_HQ38?t=5720s" TargetMode="External"/><Relationship Id="rId50" Type="http://schemas.openxmlformats.org/officeDocument/2006/relationships/image" Target="../media/image82.png"/><Relationship Id="rId51" Type="http://schemas.openxmlformats.org/officeDocument/2006/relationships/hyperlink" Target="https://www.youtube.com/live/5r90rz_HQ38?t=5730s" TargetMode="External"/><Relationship Id="rId52" Type="http://schemas.openxmlformats.org/officeDocument/2006/relationships/image" Target="../media/image83.png"/><Relationship Id="rId53" Type="http://schemas.openxmlformats.org/officeDocument/2006/relationships/hyperlink" Target="https://www.youtube.com/live/5r90rz_HQ38?t=5740s" TargetMode="External"/><Relationship Id="rId54" Type="http://schemas.openxmlformats.org/officeDocument/2006/relationships/image" Target="../media/image39.png"/><Relationship Id="rId55" Type="http://schemas.openxmlformats.org/officeDocument/2006/relationships/hyperlink" Target="https://www.youtube.com/live/5r90rz_HQ38?t=5750s" TargetMode="External"/><Relationship Id="rId56" Type="http://schemas.openxmlformats.org/officeDocument/2006/relationships/image" Target="../media/image84.png"/><Relationship Id="rId57" Type="http://schemas.openxmlformats.org/officeDocument/2006/relationships/hyperlink" Target="https://www.youtube.com/live/5r90rz_HQ38?t=5759s" TargetMode="External"/><Relationship Id="rId58" Type="http://schemas.openxmlformats.org/officeDocument/2006/relationships/image" Target="../media/image85.png"/><Relationship Id="rId59" Type="http://schemas.openxmlformats.org/officeDocument/2006/relationships/hyperlink" Target="https://www.youtube.com/live/5r90rz_HQ38?t=5769s" TargetMode="External"/><Relationship Id="rId60" Type="http://schemas.openxmlformats.org/officeDocument/2006/relationships/image" Target="../media/image40.png"/><Relationship Id="rId61" Type="http://schemas.openxmlformats.org/officeDocument/2006/relationships/hyperlink" Target="https://www.youtube.com/live/5r90rz_HQ38?t=5779s" TargetMode="External"/><Relationship Id="rId62" Type="http://schemas.openxmlformats.org/officeDocument/2006/relationships/image" Target="../media/image86.png"/><Relationship Id="rId63" Type="http://schemas.openxmlformats.org/officeDocument/2006/relationships/hyperlink" Target="https://www.youtube.com/live/5r90rz_HQ38?t=5789s" TargetMode="External"/><Relationship Id="rId64" Type="http://schemas.openxmlformats.org/officeDocument/2006/relationships/image" Target="../media/image87.png"/><Relationship Id="rId65" Type="http://schemas.openxmlformats.org/officeDocument/2006/relationships/hyperlink" Target="https://www.youtube.com/live/5r90rz_HQ38?t=5799s" TargetMode="External"/><Relationship Id="rId66" Type="http://schemas.openxmlformats.org/officeDocument/2006/relationships/image" Target="../media/image41.png"/><Relationship Id="rId67" Type="http://schemas.openxmlformats.org/officeDocument/2006/relationships/hyperlink" Target="https://www.youtube.com/live/5r90rz_HQ38?t=5809s" TargetMode="External"/><Relationship Id="rId68" Type="http://schemas.openxmlformats.org/officeDocument/2006/relationships/image" Target="../media/image88.png"/><Relationship Id="rId69" Type="http://schemas.openxmlformats.org/officeDocument/2006/relationships/hyperlink" Target="https://www.youtube.com/live/5r90rz_HQ38?t=5819s" TargetMode="External"/><Relationship Id="rId70" Type="http://schemas.openxmlformats.org/officeDocument/2006/relationships/image" Target="../media/image42.png"/><Relationship Id="rId71" Type="http://schemas.openxmlformats.org/officeDocument/2006/relationships/hyperlink" Target="https://www.youtube.com/live/5r90rz_HQ38?t=5829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hyperlink" Target="https://www.youtube.com/live/5r90rz_HQ38?t=5839s" TargetMode="External"/><Relationship Id="rId4" Type="http://schemas.openxmlformats.org/officeDocument/2006/relationships/image" Target="../media/image5.png"/><Relationship Id="rId5" Type="http://schemas.openxmlformats.org/officeDocument/2006/relationships/hyperlink" Target="https://www.youtube.com/live/5r90rz_HQ38?t=5849s" TargetMode="External"/><Relationship Id="rId6" Type="http://schemas.openxmlformats.org/officeDocument/2006/relationships/image" Target="../media/image90.png"/><Relationship Id="rId7" Type="http://schemas.openxmlformats.org/officeDocument/2006/relationships/hyperlink" Target="https://www.youtube.com/live/5r90rz_HQ38?t=5859s" TargetMode="External"/><Relationship Id="rId8" Type="http://schemas.openxmlformats.org/officeDocument/2006/relationships/image" Target="../media/image43.png"/><Relationship Id="rId9" Type="http://schemas.openxmlformats.org/officeDocument/2006/relationships/hyperlink" Target="https://www.youtube.com/live/5r90rz_HQ38?t=5869s" TargetMode="External"/><Relationship Id="rId10" Type="http://schemas.openxmlformats.org/officeDocument/2006/relationships/image" Target="../media/image91.png"/><Relationship Id="rId11" Type="http://schemas.openxmlformats.org/officeDocument/2006/relationships/hyperlink" Target="https://www.youtube.com/live/5r90rz_HQ38?t=5879s" TargetMode="External"/><Relationship Id="rId12" Type="http://schemas.openxmlformats.org/officeDocument/2006/relationships/image" Target="../media/image44.png"/><Relationship Id="rId13" Type="http://schemas.openxmlformats.org/officeDocument/2006/relationships/hyperlink" Target="https://www.youtube.com/live/5r90rz_HQ38?t=5889s" TargetMode="External"/><Relationship Id="rId14" Type="http://schemas.openxmlformats.org/officeDocument/2006/relationships/image" Target="../media/image92.png"/><Relationship Id="rId15" Type="http://schemas.openxmlformats.org/officeDocument/2006/relationships/hyperlink" Target="https://www.youtube.com/live/5r90rz_HQ38?t=5899s" TargetMode="External"/><Relationship Id="rId16" Type="http://schemas.openxmlformats.org/officeDocument/2006/relationships/image" Target="../media/image45.png"/><Relationship Id="rId17" Type="http://schemas.openxmlformats.org/officeDocument/2006/relationships/hyperlink" Target="https://www.youtube.com/live/5r90rz_HQ38?t=5909s" TargetMode="External"/><Relationship Id="rId18" Type="http://schemas.openxmlformats.org/officeDocument/2006/relationships/image" Target="../media/image93.png"/><Relationship Id="rId19" Type="http://schemas.openxmlformats.org/officeDocument/2006/relationships/hyperlink" Target="https://www.youtube.com/live/5r90rz_HQ38?t=5919s" TargetMode="External"/><Relationship Id="rId20" Type="http://schemas.openxmlformats.org/officeDocument/2006/relationships/image" Target="../media/image46.png"/><Relationship Id="rId21" Type="http://schemas.openxmlformats.org/officeDocument/2006/relationships/hyperlink" Target="https://www.youtube.com/live/5r90rz_HQ38?t=5929s" TargetMode="External"/><Relationship Id="rId22" Type="http://schemas.openxmlformats.org/officeDocument/2006/relationships/image" Target="../media/image47.png"/><Relationship Id="rId23" Type="http://schemas.openxmlformats.org/officeDocument/2006/relationships/hyperlink" Target="https://www.youtube.com/live/5r90rz_HQ38?t=5939s" TargetMode="External"/><Relationship Id="rId24" Type="http://schemas.openxmlformats.org/officeDocument/2006/relationships/image" Target="../media/image48.png"/><Relationship Id="rId25" Type="http://schemas.openxmlformats.org/officeDocument/2006/relationships/hyperlink" Target="https://www.youtube.com/live/5r90rz_HQ38?t=5949s" TargetMode="External"/><Relationship Id="rId26" Type="http://schemas.openxmlformats.org/officeDocument/2006/relationships/image" Target="../media/image94.png"/><Relationship Id="rId27" Type="http://schemas.openxmlformats.org/officeDocument/2006/relationships/hyperlink" Target="https://www.youtube.com/live/5r90rz_HQ38?t=5958s" TargetMode="External"/><Relationship Id="rId28" Type="http://schemas.openxmlformats.org/officeDocument/2006/relationships/image" Target="../media/image49.png"/><Relationship Id="rId29" Type="http://schemas.openxmlformats.org/officeDocument/2006/relationships/hyperlink" Target="https://www.youtube.com/live/5r90rz_HQ38?t=5968s" TargetMode="External"/><Relationship Id="rId30" Type="http://schemas.openxmlformats.org/officeDocument/2006/relationships/image" Target="../media/image95.png"/><Relationship Id="rId31" Type="http://schemas.openxmlformats.org/officeDocument/2006/relationships/hyperlink" Target="https://www.youtube.com/live/5r90rz_HQ38?t=5978s" TargetMode="External"/><Relationship Id="rId32" Type="http://schemas.openxmlformats.org/officeDocument/2006/relationships/image" Target="../media/image6.png"/><Relationship Id="rId33" Type="http://schemas.openxmlformats.org/officeDocument/2006/relationships/hyperlink" Target="https://www.youtube.com/live/5r90rz_HQ38?t=5988s" TargetMode="External"/><Relationship Id="rId34" Type="http://schemas.openxmlformats.org/officeDocument/2006/relationships/image" Target="../media/image50.png"/><Relationship Id="rId35" Type="http://schemas.openxmlformats.org/officeDocument/2006/relationships/hyperlink" Target="https://www.youtube.com/live/5r90rz_HQ38?t=5998s" TargetMode="External"/><Relationship Id="rId36" Type="http://schemas.openxmlformats.org/officeDocument/2006/relationships/image" Target="../media/image51.png"/><Relationship Id="rId37" Type="http://schemas.openxmlformats.org/officeDocument/2006/relationships/hyperlink" Target="https://www.youtube.com/live/5r90rz_HQ38?t=6008s" TargetMode="External"/><Relationship Id="rId38" Type="http://schemas.openxmlformats.org/officeDocument/2006/relationships/image" Target="../media/image52.png"/><Relationship Id="rId39" Type="http://schemas.openxmlformats.org/officeDocument/2006/relationships/hyperlink" Target="https://www.youtube.com/live/5r90rz_HQ38?t=6018s" TargetMode="External"/><Relationship Id="rId40" Type="http://schemas.openxmlformats.org/officeDocument/2006/relationships/image" Target="../media/image96.png"/><Relationship Id="rId41" Type="http://schemas.openxmlformats.org/officeDocument/2006/relationships/hyperlink" Target="https://www.youtube.com/live/5r90rz_HQ38?t=6028s" TargetMode="External"/><Relationship Id="rId42" Type="http://schemas.openxmlformats.org/officeDocument/2006/relationships/image" Target="../media/image53.png"/><Relationship Id="rId43" Type="http://schemas.openxmlformats.org/officeDocument/2006/relationships/hyperlink" Target="https://www.youtube.com/live/5r90rz_HQ38?t=6038s" TargetMode="External"/><Relationship Id="rId44" Type="http://schemas.openxmlformats.org/officeDocument/2006/relationships/image" Target="../media/image97.png"/><Relationship Id="rId45" Type="http://schemas.openxmlformats.org/officeDocument/2006/relationships/hyperlink" Target="https://www.youtube.com/live/5r90rz_HQ38?t=6048s" TargetMode="External"/><Relationship Id="rId46" Type="http://schemas.openxmlformats.org/officeDocument/2006/relationships/image" Target="../media/image54.png"/><Relationship Id="rId47" Type="http://schemas.openxmlformats.org/officeDocument/2006/relationships/hyperlink" Target="https://www.youtube.com/live/5r90rz_HQ38?t=6058s" TargetMode="External"/><Relationship Id="rId48" Type="http://schemas.openxmlformats.org/officeDocument/2006/relationships/image" Target="../media/image7.png"/><Relationship Id="rId49" Type="http://schemas.openxmlformats.org/officeDocument/2006/relationships/hyperlink" Target="https://www.youtube.com/live/5r90rz_HQ38?t=6068s" TargetMode="External"/><Relationship Id="rId50" Type="http://schemas.openxmlformats.org/officeDocument/2006/relationships/image" Target="../media/image55.png"/><Relationship Id="rId51" Type="http://schemas.openxmlformats.org/officeDocument/2006/relationships/hyperlink" Target="https://www.youtube.com/live/5r90rz_HQ38?t=6078s" TargetMode="External"/><Relationship Id="rId52" Type="http://schemas.openxmlformats.org/officeDocument/2006/relationships/image" Target="../media/image98.png"/><Relationship Id="rId53" Type="http://schemas.openxmlformats.org/officeDocument/2006/relationships/hyperlink" Target="https://www.youtube.com/live/5r90rz_HQ38?t=6088s" TargetMode="External"/><Relationship Id="rId54" Type="http://schemas.openxmlformats.org/officeDocument/2006/relationships/image" Target="../media/image99.png"/><Relationship Id="rId55" Type="http://schemas.openxmlformats.org/officeDocument/2006/relationships/hyperlink" Target="https://www.youtube.com/live/5r90rz_HQ38?t=6098s" TargetMode="External"/><Relationship Id="rId56" Type="http://schemas.openxmlformats.org/officeDocument/2006/relationships/image" Target="../media/image100.png"/><Relationship Id="rId57" Type="http://schemas.openxmlformats.org/officeDocument/2006/relationships/hyperlink" Target="https://www.youtube.com/live/5r90rz_HQ38?t=6108s" TargetMode="External"/><Relationship Id="rId58" Type="http://schemas.openxmlformats.org/officeDocument/2006/relationships/image" Target="../media/image56.png"/><Relationship Id="rId59" Type="http://schemas.openxmlformats.org/officeDocument/2006/relationships/hyperlink" Target="https://www.youtube.com/live/5r90rz_HQ38?t=6118s" TargetMode="External"/><Relationship Id="rId60" Type="http://schemas.openxmlformats.org/officeDocument/2006/relationships/image" Target="../media/image101.png"/><Relationship Id="rId61" Type="http://schemas.openxmlformats.org/officeDocument/2006/relationships/hyperlink" Target="https://www.youtube.com/live/5r90rz_HQ38?t=6128s" TargetMode="External"/><Relationship Id="rId62" Type="http://schemas.openxmlformats.org/officeDocument/2006/relationships/image" Target="../media/image102.png"/><Relationship Id="rId63" Type="http://schemas.openxmlformats.org/officeDocument/2006/relationships/hyperlink" Target="https://www.youtube.com/live/5r90rz_HQ38?t=6138s" TargetMode="External"/><Relationship Id="rId64" Type="http://schemas.openxmlformats.org/officeDocument/2006/relationships/image" Target="../media/image103.png"/><Relationship Id="rId65" Type="http://schemas.openxmlformats.org/officeDocument/2006/relationships/hyperlink" Target="https://www.youtube.com/live/5r90rz_HQ38?t=6147s" TargetMode="External"/><Relationship Id="rId66" Type="http://schemas.openxmlformats.org/officeDocument/2006/relationships/image" Target="../media/image57.png"/><Relationship Id="rId67" Type="http://schemas.openxmlformats.org/officeDocument/2006/relationships/hyperlink" Target="https://www.youtube.com/live/5r90rz_HQ38?t=6157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51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120640" cy="2880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1051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CC2FF"/>
                </a:solidFill>
                <a:latin typeface="Yu Gothic UI"/>
              </a:rPr>
              <a:t>Microsoft AI Tour Tokyo 基調講演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Yu Gothic UI"/>
              </a:rPr>
              <a:t>西脇資哲さんの発表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Yu Gothic UI"/>
              </a:rPr>
              <a:t>(最後の17分)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566160"/>
            <a:ext cx="5852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「日本の AI フロンティアを切り開く」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2026年3月24日 東京ビッグサイト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動画 1:25:48 〜 1:42:48 のダイジェスト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1206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CC2FF"/>
                </a:solidFill>
                <a:latin typeface="Yu Gothic UI"/>
                <a:hlinkClick r:id="rId3"/>
              </a:rPr>
              <a:t>▶ 元動画: https://www.youtube.com/live/5r90rz_HQ38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4343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AB8"/>
                </a:solidFill>
                <a:latin typeface="Yu Gothic UI"/>
              </a:rPr>
              <a:t>86:22 登壇中の西脇資哲氏(日本マイクロソフト エバンジェリスト)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 UI"/>
              </a:rPr>
              <a:t>この資料について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・本資料はYouTubeアーカイブの最後の17分間(1:25:48〜1:42:48、西脇資哲氏の発表パート)を、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   実際の映像フレーム(約10秒間隔)で振り返るダイジェストです。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/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・画像はYouTubeが公開しているシークプレビュー画像(ストーリーボード、原寸160×90px)を拡大したものです。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   実行環境からの動画本体のダウンロードがYouTube側の制限(データセンターIPのボット判定)で行えなかったため、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   解像度が低く細かい文字は判読できません。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/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・各画像の下のタイムスタンプはリンクになっており、クリックするとYouTubeの該当シーンが開きます。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   高解像度で確認したい場面はリンク先をご覧ください。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/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・各セクションの説明文は、映像フレームから読み取れる内容と公開イベントレポートに基づく要約であり、</a:t>
            </a:r>
          </a:p>
          <a:p>
            <a:pPr algn="l"/>
            <a:r>
              <a:rPr sz="1500" b="0">
                <a:solidFill>
                  <a:srgbClr val="C9D6EF"/>
                </a:solidFill>
                <a:latin typeface="Yu Gothic UI"/>
              </a:rPr>
              <a:t>   一部推定を含みます。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 UI"/>
              </a:rPr>
              <a:t>最後の17分の流れ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2FF"/>
                </a:solidFill>
                <a:latin typeface="Yu Gothic UI"/>
                <a:hlinkClick r:id="rId2"/>
              </a:rPr>
              <a:t>1:25:48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05156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 UI"/>
              </a:rPr>
              <a:t>対談パートの締め 〜 西脇資哲氏 登壇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270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2FF"/>
                </a:solidFill>
                <a:latin typeface="Yu Gothic UI"/>
                <a:hlinkClick r:id="rId3"/>
              </a:rPr>
              <a:t>1:26:13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2704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 UI"/>
              </a:rPr>
              <a:t>タイトル「西脇資哲 エバンジェリスト」/ 課題提起:書類の山と時間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025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2FF"/>
                </a:solidFill>
                <a:latin typeface="Yu Gothic UI"/>
                <a:hlinkClick r:id="rId4"/>
              </a:rPr>
              <a:t>1:28:23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02536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 UI"/>
              </a:rPr>
              <a:t>デモ①  Excel × Copilot ― 売上データの集計・分析・グラフ化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2FF"/>
                </a:solidFill>
                <a:latin typeface="Yu Gothic UI"/>
                <a:hlinkClick r:id="rId5"/>
              </a:rPr>
              <a:t>1:31:21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478024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 UI"/>
              </a:rPr>
              <a:t>デモ②  PowerPoint × Copilot ―「2025年度 決算説明会」資料の自動生成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535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2FF"/>
                </a:solidFill>
                <a:latin typeface="Yu Gothic UI"/>
                <a:hlinkClick r:id="rId6"/>
              </a:rPr>
              <a:t>1:34:30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95351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 UI"/>
              </a:rPr>
              <a:t>デモ③  リサーチ&amp;営業準備 ― シャープ(株)の企業調査から提案資料まで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2FF"/>
                </a:solidFill>
                <a:latin typeface="Yu Gothic UI"/>
                <a:hlinkClick r:id="rId7"/>
              </a:rPr>
              <a:t>1:38:59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42900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 UI"/>
              </a:rPr>
              <a:t>クロージング ― Microsoftのミッションと日本へのメッセージ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044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CC2FF"/>
                </a:solidFill>
                <a:latin typeface="Yu Gothic UI"/>
                <a:hlinkClick r:id="rId8"/>
              </a:rPr>
              <a:t>1:40:18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904488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Yu Gothic UI"/>
              </a:rPr>
              <a:t>エンディング映像(日本のものづくりの現場) 〜 終了</a:t>
            </a:r>
          </a:p>
        </p:txBody>
      </p:sp>
      <p:pic>
        <p:nvPicPr>
          <p:cNvPr id="17" name="Picture 16" descr="t517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709160"/>
            <a:ext cx="1783080" cy="100298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57424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2FF"/>
                </a:solidFill>
                <a:latin typeface="Yu Gothic UI"/>
                <a:hlinkClick r:id="rId3"/>
              </a:rPr>
              <a:t>86:13</a:t>
            </a:r>
          </a:p>
        </p:txBody>
      </p:sp>
      <p:pic>
        <p:nvPicPr>
          <p:cNvPr id="19" name="Picture 18" descr="t535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4599" y="4709160"/>
            <a:ext cx="1783080" cy="100298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14599" y="57424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2FF"/>
                </a:solidFill>
                <a:latin typeface="Yu Gothic UI"/>
                <a:hlinkClick r:id="rId11"/>
              </a:rPr>
              <a:t>89:12</a:t>
            </a:r>
          </a:p>
        </p:txBody>
      </p:sp>
      <p:pic>
        <p:nvPicPr>
          <p:cNvPr id="21" name="Picture 20" descr="t560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9118" y="4709160"/>
            <a:ext cx="1783080" cy="100298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389118" y="57424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2FF"/>
                </a:solidFill>
                <a:latin typeface="Yu Gothic UI"/>
                <a:hlinkClick r:id="rId13"/>
              </a:rPr>
              <a:t>93:20</a:t>
            </a:r>
          </a:p>
        </p:txBody>
      </p:sp>
      <p:pic>
        <p:nvPicPr>
          <p:cNvPr id="23" name="Picture 22" descr="t584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637" y="4709160"/>
            <a:ext cx="1783080" cy="100298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63637" y="57424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2FF"/>
                </a:solidFill>
                <a:latin typeface="Yu Gothic UI"/>
                <a:hlinkClick r:id="rId15"/>
              </a:rPr>
              <a:t>97:29</a:t>
            </a:r>
          </a:p>
        </p:txBody>
      </p:sp>
      <p:pic>
        <p:nvPicPr>
          <p:cNvPr id="25" name="Picture 24" descr="t598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38156" y="4709160"/>
            <a:ext cx="1783080" cy="10029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38156" y="57424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2FF"/>
                </a:solidFill>
                <a:latin typeface="Yu Gothic UI"/>
                <a:hlinkClick r:id="rId17"/>
              </a:rPr>
              <a:t>99:48</a:t>
            </a:r>
          </a:p>
        </p:txBody>
      </p:sp>
      <p:pic>
        <p:nvPicPr>
          <p:cNvPr id="27" name="Picture 26" descr="t606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12675" y="4709160"/>
            <a:ext cx="1783080" cy="100298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12675" y="574243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CC2FF"/>
                </a:solidFill>
                <a:latin typeface="Yu Gothic UI"/>
                <a:hlinkClick r:id="rId19"/>
              </a:rPr>
              <a:t>101:08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登壇 ― 西脇資哲氏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1:25:48〜1:28:20   日本マイクロソフト 業務執行役員 エバンジェリスト。基調講演の締めくくりとして登壇し、「AIで日々の仕事がどう変わるか」を実演中心に紹介</a:t>
            </a:r>
          </a:p>
        </p:txBody>
      </p:sp>
      <p:pic>
        <p:nvPicPr>
          <p:cNvPr id="4" name="Picture 3" descr="t5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85:43  前パートからの転換</a:t>
            </a:r>
          </a:p>
        </p:txBody>
      </p:sp>
      <p:pic>
        <p:nvPicPr>
          <p:cNvPr id="6" name="Picture 5" descr="t51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86:03  登壇</a:t>
            </a:r>
          </a:p>
        </p:txBody>
      </p:sp>
      <p:pic>
        <p:nvPicPr>
          <p:cNvPr id="8" name="Picture 7" descr="t517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86:13  タイトル表示「西脇 資哲」</a:t>
            </a:r>
          </a:p>
        </p:txBody>
      </p:sp>
      <p:pic>
        <p:nvPicPr>
          <p:cNvPr id="10" name="Picture 9" descr="t522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87:02  トーク</a:t>
            </a:r>
          </a:p>
        </p:txBody>
      </p:sp>
      <p:pic>
        <p:nvPicPr>
          <p:cNvPr id="12" name="Picture 11" descr="t526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87:42  トーク</a:t>
            </a:r>
          </a:p>
        </p:txBody>
      </p:sp>
      <p:pic>
        <p:nvPicPr>
          <p:cNvPr id="14" name="Picture 13" descr="t529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88:12  課題提起: 時計と書類の山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冒頭では「時計と積み上がる書類」のビジュアルで、資料作成・情報収集に費やされる膨大な時間という職場の課題を提起。ここからCopilotによる時短デモが始まります。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デモ①  Excel × Copilot ― データ集計・分析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1:28:23〜1:29:50   大きな売上データをCopilotとの対話だけで整形・分析</a:t>
            </a:r>
          </a:p>
        </p:txBody>
      </p:sp>
      <p:pic>
        <p:nvPicPr>
          <p:cNvPr id="4" name="Picture 3" descr="t5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88:22  売上データを開く</a:t>
            </a:r>
          </a:p>
        </p:txBody>
      </p:sp>
      <p:pic>
        <p:nvPicPr>
          <p:cNvPr id="6" name="Picture 5" descr="t53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88:42  Copilotに指示</a:t>
            </a:r>
          </a:p>
        </p:txBody>
      </p:sp>
      <p:pic>
        <p:nvPicPr>
          <p:cNvPr id="8" name="Picture 7" descr="t534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89:02  表の整形</a:t>
            </a:r>
          </a:p>
        </p:txBody>
      </p:sp>
      <p:pic>
        <p:nvPicPr>
          <p:cNvPr id="10" name="Picture 9" descr="t536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89:22  集計処理</a:t>
            </a:r>
          </a:p>
        </p:txBody>
      </p:sp>
      <p:pic>
        <p:nvPicPr>
          <p:cNvPr id="12" name="Picture 11" descr="t538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89:41  計算結果の反映</a:t>
            </a:r>
          </a:p>
        </p:txBody>
      </p:sp>
      <p:pic>
        <p:nvPicPr>
          <p:cNvPr id="14" name="Picture 13" descr="t540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90:01  データのハイライト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Excel上のCopilotに自然言語で指示し、大きな売上データの整形・集計・条件付き強調を対話だけで実行していきます。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デモ①  Excel × Copilot ― データ集計・分析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1:29:50〜1:31:10   分析からグラフ・ピボットまで一気に生成</a:t>
            </a:r>
          </a:p>
        </p:txBody>
      </p:sp>
      <p:pic>
        <p:nvPicPr>
          <p:cNvPr id="4" name="Picture 3" descr="t54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90:11  分析の実行</a:t>
            </a:r>
          </a:p>
        </p:txBody>
      </p:sp>
      <p:pic>
        <p:nvPicPr>
          <p:cNvPr id="6" name="Picture 5" descr="t54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90:21  「ブックを編集しましょう」</a:t>
            </a:r>
          </a:p>
        </p:txBody>
      </p:sp>
      <p:pic>
        <p:nvPicPr>
          <p:cNvPr id="8" name="Picture 7" descr="t543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90:31  Copilotが処理中</a:t>
            </a:r>
          </a:p>
        </p:txBody>
      </p:sp>
      <p:pic>
        <p:nvPicPr>
          <p:cNvPr id="10" name="Picture 9" descr="t544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90:41  集計ビュー</a:t>
            </a:r>
          </a:p>
        </p:txBody>
      </p:sp>
      <p:pic>
        <p:nvPicPr>
          <p:cNvPr id="12" name="Picture 11" descr="t545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90:51  グラフ生成</a:t>
            </a:r>
          </a:p>
        </p:txBody>
      </p:sp>
      <p:pic>
        <p:nvPicPr>
          <p:cNvPr id="14" name="Picture 13" descr="t546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91:01  チャート/ピボット完成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手作業なら数時間かかる分析・可視化が数分で完了する様子をライブでデモ。円グラフや棒グラフを含むダッシュボード風の出力まで一気に到達します。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デモ②  PowerPoint × Copilot ― 決算説明会資料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1:31:11〜1:33:10   Excelの分析結果からプレゼン資料をCopilotが自動作成</a:t>
            </a:r>
          </a:p>
        </p:txBody>
      </p:sp>
      <p:pic>
        <p:nvPicPr>
          <p:cNvPr id="4" name="Picture 3" descr="t5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91:11  再び「時間」の課題へ</a:t>
            </a:r>
          </a:p>
        </p:txBody>
      </p:sp>
      <p:pic>
        <p:nvPicPr>
          <p:cNvPr id="6" name="Picture 5" descr="t54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91:31  PowerPoint × Copilot</a:t>
            </a:r>
          </a:p>
        </p:txBody>
      </p:sp>
      <p:pic>
        <p:nvPicPr>
          <p:cNvPr id="8" name="Picture 7" descr="t55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91:51  生成の指示</a:t>
            </a:r>
          </a:p>
        </p:txBody>
      </p:sp>
      <p:pic>
        <p:nvPicPr>
          <p:cNvPr id="10" name="Picture 9" descr="t553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92:11  構成案の生成</a:t>
            </a:r>
          </a:p>
        </p:txBody>
      </p:sp>
      <p:pic>
        <p:nvPicPr>
          <p:cNvPr id="12" name="Picture 11" descr="t555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92:31  ビジュアル素材の提示</a:t>
            </a:r>
          </a:p>
        </p:txBody>
      </p:sp>
      <p:pic>
        <p:nvPicPr>
          <p:cNvPr id="14" name="Picture 13" descr="t557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92:50  スライド生成中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「決算説明会の資料を作って」という指示から、Copilotが構成案・ビジュアルを含むスライド一式のドラフトを生成していきます。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デモ②  PowerPoint × Copilot ― 決算説明会資料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1:33:10〜1:34:20   「2025年度 決算説明会」資料が完成</a:t>
            </a:r>
          </a:p>
        </p:txBody>
      </p:sp>
      <p:pic>
        <p:nvPicPr>
          <p:cNvPr id="4" name="Picture 3" descr="t55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93:10  デッキの仕上がり</a:t>
            </a:r>
          </a:p>
        </p:txBody>
      </p:sp>
      <p:pic>
        <p:nvPicPr>
          <p:cNvPr id="6" name="Picture 5" descr="t56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93:20  表紙「2025年度 決算説明会」</a:t>
            </a:r>
          </a:p>
        </p:txBody>
      </p:sp>
      <p:pic>
        <p:nvPicPr>
          <p:cNvPr id="8" name="Picture 7" descr="t56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93:30  登壇者の解説</a:t>
            </a:r>
          </a:p>
        </p:txBody>
      </p:sp>
      <p:pic>
        <p:nvPicPr>
          <p:cNvPr id="10" name="Picture 9" descr="t562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93:40  内容スライド</a:t>
            </a:r>
          </a:p>
        </p:txBody>
      </p:sp>
      <p:pic>
        <p:nvPicPr>
          <p:cNvPr id="12" name="Picture 11" descr="t564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94:00  KPI強調(14.3%)のビジュアル化</a:t>
            </a:r>
          </a:p>
        </p:txBody>
      </p:sp>
      <p:pic>
        <p:nvPicPr>
          <p:cNvPr id="14" name="Picture 13" descr="t56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94:10  資料の確認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文字だらけのスライドも「視覚的に表現して」と指示するだけで、数値を大きく見せるモダンなレイアウトに変換。経営層向け資料が短時間で仕上がることを示しました。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デモ③  リサーチ &amp; 営業準備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1:34:30〜1:37:00   Copilotのリサーチ機能で訪問前の営業準備を自動化</a:t>
            </a:r>
          </a:p>
        </p:txBody>
      </p:sp>
      <p:pic>
        <p:nvPicPr>
          <p:cNvPr id="4" name="Picture 3" descr="t56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94:30  デモ転換</a:t>
            </a:r>
          </a:p>
        </p:txBody>
      </p:sp>
      <p:pic>
        <p:nvPicPr>
          <p:cNvPr id="6" name="Picture 5" descr="t57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95:00  リサーチの指示</a:t>
            </a:r>
          </a:p>
        </p:txBody>
      </p:sp>
      <p:pic>
        <p:nvPicPr>
          <p:cNvPr id="8" name="Picture 7" descr="t57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95:20  調査レポート生成中</a:t>
            </a:r>
          </a:p>
        </p:txBody>
      </p:sp>
      <p:pic>
        <p:nvPicPr>
          <p:cNvPr id="10" name="Picture 9" descr="t57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95:50  レポート本文</a:t>
            </a:r>
          </a:p>
        </p:txBody>
      </p:sp>
      <p:pic>
        <p:nvPicPr>
          <p:cNvPr id="12" name="Picture 11" descr="t577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96:19  詳細の深掘り</a:t>
            </a:r>
          </a:p>
        </p:txBody>
      </p:sp>
      <p:pic>
        <p:nvPicPr>
          <p:cNvPr id="14" name="Picture 13" descr="t58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96:49  出典付きの調査結果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訪問先企業の情報・最新動向をCopilot(リサーチ機能)が出典付きで深掘り調査。長文レポートが自動で組み上がっていきます。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デモ③  リサーチ &amp; 営業準備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1:37:00〜1:38:50   シャープ株式会社の企業調査から提案アプローチまで</a:t>
            </a:r>
          </a:p>
        </p:txBody>
      </p:sp>
      <p:pic>
        <p:nvPicPr>
          <p:cNvPr id="4" name="Picture 3" descr="t58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97:09  調査のまとめ</a:t>
            </a:r>
          </a:p>
        </p:txBody>
      </p:sp>
      <p:pic>
        <p:nvPicPr>
          <p:cNvPr id="6" name="Picture 5" descr="t58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97:29  「シャープ株式会社 企業情報」</a:t>
            </a:r>
          </a:p>
        </p:txBody>
      </p:sp>
      <p:pic>
        <p:nvPicPr>
          <p:cNvPr id="8" name="Picture 7" descr="t58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97:49  関連情報の整理</a:t>
            </a:r>
          </a:p>
        </p:txBody>
      </p:sp>
      <p:pic>
        <p:nvPicPr>
          <p:cNvPr id="10" name="Picture 9" descr="t588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98:09  「なぜ今、この人事異動か」</a:t>
            </a:r>
          </a:p>
        </p:txBody>
      </p:sp>
      <p:pic>
        <p:nvPicPr>
          <p:cNvPr id="12" name="Picture 11" descr="t59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98:29  社長への提案と注意点</a:t>
            </a:r>
          </a:p>
        </p:txBody>
      </p:sp>
      <p:pic>
        <p:nvPicPr>
          <p:cNvPr id="14" name="Picture 13" descr="t592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98:49  提案アプローチ戦略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シャープ株式会社を例に、企業情報・人事異動の分析・つながり(LinkedIn)情報・提案アプローチまで自動整理。営業担当の事前準備が一変することを示しました。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クロージング ― Microsoftのミッションと日本へのメッセージ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1:38:59〜1:40:10</a:t>
            </a:r>
          </a:p>
        </p:txBody>
      </p:sp>
      <p:pic>
        <p:nvPicPr>
          <p:cNvPr id="4" name="Picture 3" descr="t59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98:59  ステージ全景</a:t>
            </a:r>
          </a:p>
        </p:txBody>
      </p:sp>
      <p:pic>
        <p:nvPicPr>
          <p:cNvPr id="6" name="Picture 5" descr="t59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99:09  締めのトーク</a:t>
            </a:r>
          </a:p>
        </p:txBody>
      </p:sp>
      <p:pic>
        <p:nvPicPr>
          <p:cNvPr id="8" name="Picture 7" descr="t59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99:28  会場へのメッセージ</a:t>
            </a:r>
          </a:p>
        </p:txBody>
      </p:sp>
      <p:pic>
        <p:nvPicPr>
          <p:cNvPr id="10" name="Picture 9" descr="t598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99:48  ミッションスライド</a:t>
            </a:r>
          </a:p>
        </p:txBody>
      </p:sp>
      <p:pic>
        <p:nvPicPr>
          <p:cNvPr id="12" name="Picture 11" descr="t599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99:58  「あなたのCopilotとして」</a:t>
            </a:r>
          </a:p>
        </p:txBody>
      </p:sp>
      <p:pic>
        <p:nvPicPr>
          <p:cNvPr id="14" name="Picture 13" descr="t600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100:08  発表の結び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「地球上のすべての個人とすべての組織が、より多くのことを達成できるようにする」というMicrosoftのミッションを掲げ、日本マイクロソフトが皆さんの“Copilot”として伴走するというメッセージで発表を締めくくりまし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46304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 UI"/>
              </a:rPr>
              <a:t>エンディング映像 ― 日本のものづくりの現場へ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9D6EF"/>
                </a:solidFill>
                <a:latin typeface="Yu Gothic UI"/>
              </a:rPr>
              <a:t>1:40:18〜1:42:48   基調講演の幕引きとなるブランドムービー 〜 Microsoftロゴで終了</a:t>
            </a:r>
          </a:p>
        </p:txBody>
      </p:sp>
      <p:pic>
        <p:nvPicPr>
          <p:cNvPr id="4" name="Picture 3" descr="t6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3841018" cy="2160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3"/>
              </a:rPr>
              <a:t>100:18  映像スタート</a:t>
            </a:r>
          </a:p>
        </p:txBody>
      </p:sp>
      <p:pic>
        <p:nvPicPr>
          <p:cNvPr id="6" name="Picture 5" descr="t60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338" y="1115568"/>
            <a:ext cx="3841018" cy="2160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75338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5"/>
              </a:rPr>
              <a:t>100:38  工場の現場</a:t>
            </a:r>
          </a:p>
        </p:txBody>
      </p:sp>
      <p:pic>
        <p:nvPicPr>
          <p:cNvPr id="8" name="Picture 7" descr="t605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356" y="1115568"/>
            <a:ext cx="3841018" cy="21605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76356" y="3285665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7"/>
              </a:rPr>
              <a:t>100:58  製造ライン</a:t>
            </a:r>
          </a:p>
        </p:txBody>
      </p:sp>
      <p:pic>
        <p:nvPicPr>
          <p:cNvPr id="10" name="Picture 9" descr="t607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550460"/>
            <a:ext cx="3841018" cy="216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9"/>
              </a:rPr>
              <a:t>101:18  現場のディテール</a:t>
            </a:r>
          </a:p>
        </p:txBody>
      </p:sp>
      <p:pic>
        <p:nvPicPr>
          <p:cNvPr id="12" name="Picture 11" descr="t61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5338" y="3550460"/>
            <a:ext cx="3841018" cy="21605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75338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1"/>
              </a:rPr>
              <a:t>101:58  働く人の姿</a:t>
            </a:r>
          </a:p>
        </p:txBody>
      </p:sp>
      <p:pic>
        <p:nvPicPr>
          <p:cNvPr id="14" name="Picture 13" descr="t615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6356" y="3550460"/>
            <a:ext cx="3841018" cy="21605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76356" y="5720557"/>
            <a:ext cx="384101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CC2FF"/>
                </a:solidFill>
                <a:latin typeface="Yu Gothic UI"/>
                <a:hlinkClick r:id="rId13"/>
              </a:rPr>
              <a:t>102:37  Microsoftロゴで終了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053328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F"/>
                </a:solidFill>
                <a:latin typeface="Yu Gothic UI"/>
              </a:rPr>
              <a:t>日本の製造業の現場を映したエンディングムービーが流れ、Microsoftロゴとともに基調講演は終了。AIが日本の現場の力を引き出すという基調講演全体のテーマを象徴する締めくくりでした。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 UI"/>
              </a:rPr>
              <a:t>付録: 全フレーム一覧 (1/3)  ―  約10秒間隔のストーリーボード</a:t>
            </a:r>
          </a:p>
        </p:txBody>
      </p:sp>
      <p:pic>
        <p:nvPicPr>
          <p:cNvPr id="3" name="Picture 2" descr="t5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627632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"/>
              </a:rPr>
              <a:t>85:43</a:t>
            </a:r>
          </a:p>
        </p:txBody>
      </p:sp>
      <p:pic>
        <p:nvPicPr>
          <p:cNvPr id="5" name="Picture 4" descr="t515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777240"/>
            <a:ext cx="1627632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93976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"/>
              </a:rPr>
              <a:t>85:53</a:t>
            </a:r>
          </a:p>
        </p:txBody>
      </p:sp>
      <p:pic>
        <p:nvPicPr>
          <p:cNvPr id="7" name="Picture 6" descr="t516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777240"/>
            <a:ext cx="1627632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76472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7"/>
              </a:rPr>
              <a:t>86:03</a:t>
            </a:r>
          </a:p>
        </p:txBody>
      </p:sp>
      <p:pic>
        <p:nvPicPr>
          <p:cNvPr id="9" name="Picture 8" descr="t517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8968" y="777240"/>
            <a:ext cx="1627632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8968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9"/>
              </a:rPr>
              <a:t>86:13</a:t>
            </a:r>
          </a:p>
        </p:txBody>
      </p:sp>
      <p:pic>
        <p:nvPicPr>
          <p:cNvPr id="11" name="Picture 10" descr="t518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1464" y="777240"/>
            <a:ext cx="1627632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1464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1"/>
              </a:rPr>
              <a:t>86:22</a:t>
            </a:r>
          </a:p>
        </p:txBody>
      </p:sp>
      <p:pic>
        <p:nvPicPr>
          <p:cNvPr id="13" name="Picture 12" descr="t519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3960" y="777240"/>
            <a:ext cx="1627632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23960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3"/>
              </a:rPr>
              <a:t>86:32</a:t>
            </a:r>
          </a:p>
        </p:txBody>
      </p:sp>
      <p:pic>
        <p:nvPicPr>
          <p:cNvPr id="15" name="Picture 14" descr="t520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06456" y="777240"/>
            <a:ext cx="1627632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06456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5"/>
              </a:rPr>
              <a:t>86:42</a:t>
            </a:r>
          </a:p>
        </p:txBody>
      </p:sp>
      <p:pic>
        <p:nvPicPr>
          <p:cNvPr id="17" name="Picture 16" descr="t521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480" y="1965960"/>
            <a:ext cx="1627632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7"/>
              </a:rPr>
              <a:t>86:52</a:t>
            </a:r>
          </a:p>
        </p:txBody>
      </p:sp>
      <p:pic>
        <p:nvPicPr>
          <p:cNvPr id="19" name="Picture 18" descr="t5222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3976" y="1965960"/>
            <a:ext cx="1627632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93976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9"/>
              </a:rPr>
              <a:t>87:02</a:t>
            </a:r>
          </a:p>
        </p:txBody>
      </p:sp>
      <p:pic>
        <p:nvPicPr>
          <p:cNvPr id="21" name="Picture 20" descr="t523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76472" y="1965960"/>
            <a:ext cx="1627632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76472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1"/>
              </a:rPr>
              <a:t>87:12</a:t>
            </a:r>
          </a:p>
        </p:txBody>
      </p:sp>
      <p:pic>
        <p:nvPicPr>
          <p:cNvPr id="23" name="Picture 22" descr="t5242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58968" y="1965960"/>
            <a:ext cx="1627632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58968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3"/>
              </a:rPr>
              <a:t>87:22</a:t>
            </a:r>
          </a:p>
        </p:txBody>
      </p:sp>
      <p:pic>
        <p:nvPicPr>
          <p:cNvPr id="25" name="Picture 24" descr="t525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1464" y="1965960"/>
            <a:ext cx="1627632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41464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5"/>
              </a:rPr>
              <a:t>87:32</a:t>
            </a:r>
          </a:p>
        </p:txBody>
      </p:sp>
      <p:pic>
        <p:nvPicPr>
          <p:cNvPr id="27" name="Picture 26" descr="t5262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3960" y="1965960"/>
            <a:ext cx="1627632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23960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7"/>
              </a:rPr>
              <a:t>87:42</a:t>
            </a:r>
          </a:p>
        </p:txBody>
      </p:sp>
      <p:pic>
        <p:nvPicPr>
          <p:cNvPr id="29" name="Picture 28" descr="t5272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06456" y="1965960"/>
            <a:ext cx="1627632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06456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9"/>
              </a:rPr>
              <a:t>87:52</a:t>
            </a:r>
          </a:p>
        </p:txBody>
      </p:sp>
      <p:pic>
        <p:nvPicPr>
          <p:cNvPr id="31" name="Picture 30" descr="t528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1480" y="3154680"/>
            <a:ext cx="1627632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1"/>
              </a:rPr>
              <a:t>88:02</a:t>
            </a:r>
          </a:p>
        </p:txBody>
      </p:sp>
      <p:pic>
        <p:nvPicPr>
          <p:cNvPr id="33" name="Picture 32" descr="t5292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93976" y="3154680"/>
            <a:ext cx="1627632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093976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3"/>
              </a:rPr>
              <a:t>88:12</a:t>
            </a:r>
          </a:p>
        </p:txBody>
      </p:sp>
      <p:pic>
        <p:nvPicPr>
          <p:cNvPr id="35" name="Picture 34" descr="t530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76472" y="3154680"/>
            <a:ext cx="1627632" cy="914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76472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5"/>
              </a:rPr>
              <a:t>88:22</a:t>
            </a:r>
          </a:p>
        </p:txBody>
      </p:sp>
      <p:pic>
        <p:nvPicPr>
          <p:cNvPr id="37" name="Picture 36" descr="t5312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58968" y="3154680"/>
            <a:ext cx="1627632" cy="914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58968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7"/>
              </a:rPr>
              <a:t>88:32</a:t>
            </a:r>
          </a:p>
        </p:txBody>
      </p:sp>
      <p:pic>
        <p:nvPicPr>
          <p:cNvPr id="39" name="Picture 38" descr="t5322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141464" y="3154680"/>
            <a:ext cx="1627632" cy="914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41464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9"/>
              </a:rPr>
              <a:t>88:42</a:t>
            </a:r>
          </a:p>
        </p:txBody>
      </p:sp>
      <p:pic>
        <p:nvPicPr>
          <p:cNvPr id="41" name="Picture 40" descr="t5332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23960" y="3154680"/>
            <a:ext cx="1627632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823960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1"/>
              </a:rPr>
              <a:t>88:52</a:t>
            </a:r>
          </a:p>
        </p:txBody>
      </p:sp>
      <p:pic>
        <p:nvPicPr>
          <p:cNvPr id="43" name="Picture 42" descr="t5342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506456" y="3154680"/>
            <a:ext cx="1627632" cy="914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06456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3"/>
              </a:rPr>
              <a:t>89:02</a:t>
            </a:r>
          </a:p>
        </p:txBody>
      </p:sp>
      <p:pic>
        <p:nvPicPr>
          <p:cNvPr id="45" name="Picture 44" descr="t535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480" y="4343400"/>
            <a:ext cx="1627632" cy="914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1480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5"/>
              </a:rPr>
              <a:t>89:12</a:t>
            </a:r>
          </a:p>
        </p:txBody>
      </p:sp>
      <p:pic>
        <p:nvPicPr>
          <p:cNvPr id="47" name="Picture 46" descr="t5362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093976" y="4343400"/>
            <a:ext cx="1627632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093976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7"/>
              </a:rPr>
              <a:t>89:22</a:t>
            </a:r>
          </a:p>
        </p:txBody>
      </p:sp>
      <p:pic>
        <p:nvPicPr>
          <p:cNvPr id="49" name="Picture 48" descr="t5372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776472" y="4343400"/>
            <a:ext cx="1627632" cy="914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776472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9"/>
              </a:rPr>
              <a:t>89:32</a:t>
            </a:r>
          </a:p>
        </p:txBody>
      </p:sp>
      <p:pic>
        <p:nvPicPr>
          <p:cNvPr id="51" name="Picture 50" descr="t5381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458968" y="4343400"/>
            <a:ext cx="1627632" cy="914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58968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1"/>
              </a:rPr>
              <a:t>89:41</a:t>
            </a:r>
          </a:p>
        </p:txBody>
      </p:sp>
      <p:pic>
        <p:nvPicPr>
          <p:cNvPr id="53" name="Picture 52" descr="t539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41464" y="4343400"/>
            <a:ext cx="1627632" cy="914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141464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3"/>
              </a:rPr>
              <a:t>89:51</a:t>
            </a:r>
          </a:p>
        </p:txBody>
      </p:sp>
      <p:pic>
        <p:nvPicPr>
          <p:cNvPr id="55" name="Picture 54" descr="t5401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823960" y="4343400"/>
            <a:ext cx="1627632" cy="914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823960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5"/>
              </a:rPr>
              <a:t>90:01</a:t>
            </a:r>
          </a:p>
        </p:txBody>
      </p:sp>
      <p:pic>
        <p:nvPicPr>
          <p:cNvPr id="57" name="Picture 56" descr="t5411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506456" y="4343400"/>
            <a:ext cx="1627632" cy="9144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506456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7"/>
              </a:rPr>
              <a:t>90:11</a:t>
            </a:r>
          </a:p>
        </p:txBody>
      </p:sp>
      <p:pic>
        <p:nvPicPr>
          <p:cNvPr id="59" name="Picture 58" descr="t5421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11480" y="5532120"/>
            <a:ext cx="1627632" cy="9144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11480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9"/>
              </a:rPr>
              <a:t>90:21</a:t>
            </a:r>
          </a:p>
        </p:txBody>
      </p:sp>
      <p:pic>
        <p:nvPicPr>
          <p:cNvPr id="61" name="Picture 60" descr="t5431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093976" y="5532120"/>
            <a:ext cx="1627632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093976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1"/>
              </a:rPr>
              <a:t>90:31</a:t>
            </a:r>
          </a:p>
        </p:txBody>
      </p:sp>
      <p:pic>
        <p:nvPicPr>
          <p:cNvPr id="63" name="Picture 62" descr="t5441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776472" y="5532120"/>
            <a:ext cx="1627632" cy="9144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776472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3"/>
              </a:rPr>
              <a:t>90:41</a:t>
            </a:r>
          </a:p>
        </p:txBody>
      </p:sp>
      <p:pic>
        <p:nvPicPr>
          <p:cNvPr id="65" name="Picture 64" descr="t5451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458968" y="5532120"/>
            <a:ext cx="1627632" cy="914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458968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5"/>
              </a:rPr>
              <a:t>90:51</a:t>
            </a:r>
          </a:p>
        </p:txBody>
      </p:sp>
      <p:pic>
        <p:nvPicPr>
          <p:cNvPr id="67" name="Picture 66" descr="t5461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141464" y="5532120"/>
            <a:ext cx="1627632" cy="9144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141464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7"/>
              </a:rPr>
              <a:t>91:01</a:t>
            </a:r>
          </a:p>
        </p:txBody>
      </p:sp>
      <p:pic>
        <p:nvPicPr>
          <p:cNvPr id="69" name="Picture 68" descr="t5471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823960" y="5532120"/>
            <a:ext cx="1627632" cy="9144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823960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9"/>
              </a:rPr>
              <a:t>91:11</a:t>
            </a:r>
          </a:p>
        </p:txBody>
      </p:sp>
      <p:pic>
        <p:nvPicPr>
          <p:cNvPr id="71" name="Picture 70" descr="t5481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0506456" y="5532120"/>
            <a:ext cx="1627632" cy="9144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506456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71"/>
              </a:rPr>
              <a:t>91:21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 UI"/>
              </a:rPr>
              <a:t>付録: 全フレーム一覧 (2/3)  ―  約10秒間隔のストーリーボード</a:t>
            </a:r>
          </a:p>
        </p:txBody>
      </p:sp>
      <p:pic>
        <p:nvPicPr>
          <p:cNvPr id="3" name="Picture 2" descr="t54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627632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"/>
              </a:rPr>
              <a:t>91:31</a:t>
            </a:r>
          </a:p>
        </p:txBody>
      </p:sp>
      <p:pic>
        <p:nvPicPr>
          <p:cNvPr id="5" name="Picture 4" descr="t55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777240"/>
            <a:ext cx="1627632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93976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"/>
              </a:rPr>
              <a:t>91:41</a:t>
            </a:r>
          </a:p>
        </p:txBody>
      </p:sp>
      <p:pic>
        <p:nvPicPr>
          <p:cNvPr id="7" name="Picture 6" descr="t55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777240"/>
            <a:ext cx="1627632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76472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7"/>
              </a:rPr>
              <a:t>91:51</a:t>
            </a:r>
          </a:p>
        </p:txBody>
      </p:sp>
      <p:pic>
        <p:nvPicPr>
          <p:cNvPr id="9" name="Picture 8" descr="t552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8968" y="777240"/>
            <a:ext cx="1627632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8968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9"/>
              </a:rPr>
              <a:t>92:01</a:t>
            </a:r>
          </a:p>
        </p:txBody>
      </p:sp>
      <p:pic>
        <p:nvPicPr>
          <p:cNvPr id="11" name="Picture 10" descr="t553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1464" y="777240"/>
            <a:ext cx="1627632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1464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1"/>
              </a:rPr>
              <a:t>92:11</a:t>
            </a:r>
          </a:p>
        </p:txBody>
      </p:sp>
      <p:pic>
        <p:nvPicPr>
          <p:cNvPr id="13" name="Picture 12" descr="t554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3960" y="777240"/>
            <a:ext cx="1627632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23960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3"/>
              </a:rPr>
              <a:t>92:21</a:t>
            </a:r>
          </a:p>
        </p:txBody>
      </p:sp>
      <p:pic>
        <p:nvPicPr>
          <p:cNvPr id="15" name="Picture 14" descr="t555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06456" y="777240"/>
            <a:ext cx="1627632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06456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5"/>
              </a:rPr>
              <a:t>92:31</a:t>
            </a:r>
          </a:p>
        </p:txBody>
      </p:sp>
      <p:pic>
        <p:nvPicPr>
          <p:cNvPr id="17" name="Picture 16" descr="t556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480" y="1965960"/>
            <a:ext cx="1627632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7"/>
              </a:rPr>
              <a:t>92:41</a:t>
            </a:r>
          </a:p>
        </p:txBody>
      </p:sp>
      <p:pic>
        <p:nvPicPr>
          <p:cNvPr id="19" name="Picture 18" descr="t557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3976" y="1965960"/>
            <a:ext cx="1627632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93976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9"/>
              </a:rPr>
              <a:t>92:50</a:t>
            </a:r>
          </a:p>
        </p:txBody>
      </p:sp>
      <p:pic>
        <p:nvPicPr>
          <p:cNvPr id="21" name="Picture 20" descr="t558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76472" y="1965960"/>
            <a:ext cx="1627632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76472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1"/>
              </a:rPr>
              <a:t>93:00</a:t>
            </a:r>
          </a:p>
        </p:txBody>
      </p:sp>
      <p:pic>
        <p:nvPicPr>
          <p:cNvPr id="23" name="Picture 22" descr="t559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58968" y="1965960"/>
            <a:ext cx="1627632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58968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3"/>
              </a:rPr>
              <a:t>93:10</a:t>
            </a:r>
          </a:p>
        </p:txBody>
      </p:sp>
      <p:pic>
        <p:nvPicPr>
          <p:cNvPr id="25" name="Picture 24" descr="t560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1464" y="1965960"/>
            <a:ext cx="1627632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41464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5"/>
              </a:rPr>
              <a:t>93:20</a:t>
            </a:r>
          </a:p>
        </p:txBody>
      </p:sp>
      <p:pic>
        <p:nvPicPr>
          <p:cNvPr id="27" name="Picture 26" descr="t5610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3960" y="1965960"/>
            <a:ext cx="1627632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23960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7"/>
              </a:rPr>
              <a:t>93:30</a:t>
            </a:r>
          </a:p>
        </p:txBody>
      </p:sp>
      <p:pic>
        <p:nvPicPr>
          <p:cNvPr id="29" name="Picture 28" descr="t562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06456" y="1965960"/>
            <a:ext cx="1627632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06456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9"/>
              </a:rPr>
              <a:t>93:40</a:t>
            </a:r>
          </a:p>
        </p:txBody>
      </p:sp>
      <p:pic>
        <p:nvPicPr>
          <p:cNvPr id="31" name="Picture 30" descr="t5630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1480" y="3154680"/>
            <a:ext cx="1627632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1"/>
              </a:rPr>
              <a:t>93:50</a:t>
            </a:r>
          </a:p>
        </p:txBody>
      </p:sp>
      <p:pic>
        <p:nvPicPr>
          <p:cNvPr id="33" name="Picture 32" descr="t564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93976" y="3154680"/>
            <a:ext cx="1627632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093976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3"/>
              </a:rPr>
              <a:t>94:00</a:t>
            </a:r>
          </a:p>
        </p:txBody>
      </p:sp>
      <p:pic>
        <p:nvPicPr>
          <p:cNvPr id="35" name="Picture 34" descr="t5650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76472" y="3154680"/>
            <a:ext cx="1627632" cy="914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76472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5"/>
              </a:rPr>
              <a:t>94:10</a:t>
            </a:r>
          </a:p>
        </p:txBody>
      </p:sp>
      <p:pic>
        <p:nvPicPr>
          <p:cNvPr id="37" name="Picture 36" descr="t5660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58968" y="3154680"/>
            <a:ext cx="1627632" cy="914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58968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7"/>
              </a:rPr>
              <a:t>94:20</a:t>
            </a:r>
          </a:p>
        </p:txBody>
      </p:sp>
      <p:pic>
        <p:nvPicPr>
          <p:cNvPr id="39" name="Picture 38" descr="t5670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141464" y="3154680"/>
            <a:ext cx="1627632" cy="914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41464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9"/>
              </a:rPr>
              <a:t>94:30</a:t>
            </a:r>
          </a:p>
        </p:txBody>
      </p:sp>
      <p:pic>
        <p:nvPicPr>
          <p:cNvPr id="41" name="Picture 40" descr="t5680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23960" y="3154680"/>
            <a:ext cx="1627632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823960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1"/>
              </a:rPr>
              <a:t>94:40</a:t>
            </a:r>
          </a:p>
        </p:txBody>
      </p:sp>
      <p:pic>
        <p:nvPicPr>
          <p:cNvPr id="43" name="Picture 42" descr="t5690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506456" y="3154680"/>
            <a:ext cx="1627632" cy="914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06456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3"/>
              </a:rPr>
              <a:t>94:50</a:t>
            </a:r>
          </a:p>
        </p:txBody>
      </p:sp>
      <p:pic>
        <p:nvPicPr>
          <p:cNvPr id="45" name="Picture 44" descr="t5700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480" y="4343400"/>
            <a:ext cx="1627632" cy="914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1480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5"/>
              </a:rPr>
              <a:t>95:00</a:t>
            </a:r>
          </a:p>
        </p:txBody>
      </p:sp>
      <p:pic>
        <p:nvPicPr>
          <p:cNvPr id="47" name="Picture 46" descr="t5710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093976" y="4343400"/>
            <a:ext cx="1627632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093976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7"/>
              </a:rPr>
              <a:t>95:10</a:t>
            </a:r>
          </a:p>
        </p:txBody>
      </p:sp>
      <p:pic>
        <p:nvPicPr>
          <p:cNvPr id="49" name="Picture 48" descr="t5720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776472" y="4343400"/>
            <a:ext cx="1627632" cy="914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776472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9"/>
              </a:rPr>
              <a:t>95:20</a:t>
            </a:r>
          </a:p>
        </p:txBody>
      </p:sp>
      <p:pic>
        <p:nvPicPr>
          <p:cNvPr id="51" name="Picture 50" descr="t5730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458968" y="4343400"/>
            <a:ext cx="1627632" cy="914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58968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1"/>
              </a:rPr>
              <a:t>95:30</a:t>
            </a:r>
          </a:p>
        </p:txBody>
      </p:sp>
      <p:pic>
        <p:nvPicPr>
          <p:cNvPr id="53" name="Picture 52" descr="t574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41464" y="4343400"/>
            <a:ext cx="1627632" cy="914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141464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3"/>
              </a:rPr>
              <a:t>95:40</a:t>
            </a:r>
          </a:p>
        </p:txBody>
      </p:sp>
      <p:pic>
        <p:nvPicPr>
          <p:cNvPr id="55" name="Picture 54" descr="t5750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823960" y="4343400"/>
            <a:ext cx="1627632" cy="914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823960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5"/>
              </a:rPr>
              <a:t>95:50</a:t>
            </a:r>
          </a:p>
        </p:txBody>
      </p:sp>
      <p:pic>
        <p:nvPicPr>
          <p:cNvPr id="57" name="Picture 56" descr="t5759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506456" y="4343400"/>
            <a:ext cx="1627632" cy="9144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506456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7"/>
              </a:rPr>
              <a:t>95:59</a:t>
            </a:r>
          </a:p>
        </p:txBody>
      </p:sp>
      <p:pic>
        <p:nvPicPr>
          <p:cNvPr id="59" name="Picture 58" descr="t5769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11480" y="5532120"/>
            <a:ext cx="1627632" cy="9144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11480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9"/>
              </a:rPr>
              <a:t>96:09</a:t>
            </a:r>
          </a:p>
        </p:txBody>
      </p:sp>
      <p:pic>
        <p:nvPicPr>
          <p:cNvPr id="61" name="Picture 60" descr="t5779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093976" y="5532120"/>
            <a:ext cx="1627632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093976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1"/>
              </a:rPr>
              <a:t>96:19</a:t>
            </a:r>
          </a:p>
        </p:txBody>
      </p:sp>
      <p:pic>
        <p:nvPicPr>
          <p:cNvPr id="63" name="Picture 62" descr="t5789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776472" y="5532120"/>
            <a:ext cx="1627632" cy="9144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776472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3"/>
              </a:rPr>
              <a:t>96:29</a:t>
            </a:r>
          </a:p>
        </p:txBody>
      </p:sp>
      <p:pic>
        <p:nvPicPr>
          <p:cNvPr id="65" name="Picture 64" descr="t5799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458968" y="5532120"/>
            <a:ext cx="1627632" cy="914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458968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5"/>
              </a:rPr>
              <a:t>96:39</a:t>
            </a:r>
          </a:p>
        </p:txBody>
      </p:sp>
      <p:pic>
        <p:nvPicPr>
          <p:cNvPr id="67" name="Picture 66" descr="t5809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141464" y="5532120"/>
            <a:ext cx="1627632" cy="9144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141464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7"/>
              </a:rPr>
              <a:t>96:49</a:t>
            </a:r>
          </a:p>
        </p:txBody>
      </p:sp>
      <p:pic>
        <p:nvPicPr>
          <p:cNvPr id="69" name="Picture 68" descr="t5819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8823960" y="5532120"/>
            <a:ext cx="1627632" cy="9144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823960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9"/>
              </a:rPr>
              <a:t>96:59</a:t>
            </a:r>
          </a:p>
        </p:txBody>
      </p:sp>
      <p:pic>
        <p:nvPicPr>
          <p:cNvPr id="71" name="Picture 70" descr="t5829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0506456" y="5532120"/>
            <a:ext cx="1627632" cy="9144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506456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71"/>
              </a:rPr>
              <a:t>97:09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Yu Gothic UI"/>
              </a:rPr>
              <a:t>付録: 全フレーム一覧 (3/3)  ―  約10秒間隔のストーリーボード</a:t>
            </a:r>
          </a:p>
        </p:txBody>
      </p:sp>
      <p:pic>
        <p:nvPicPr>
          <p:cNvPr id="3" name="Picture 2" descr="t58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7240"/>
            <a:ext cx="1627632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"/>
              </a:rPr>
              <a:t>97:19</a:t>
            </a:r>
          </a:p>
        </p:txBody>
      </p:sp>
      <p:pic>
        <p:nvPicPr>
          <p:cNvPr id="5" name="Picture 4" descr="t58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976" y="777240"/>
            <a:ext cx="1627632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93976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"/>
              </a:rPr>
              <a:t>97:29</a:t>
            </a:r>
          </a:p>
        </p:txBody>
      </p:sp>
      <p:pic>
        <p:nvPicPr>
          <p:cNvPr id="7" name="Picture 6" descr="t585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472" y="777240"/>
            <a:ext cx="1627632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76472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7"/>
              </a:rPr>
              <a:t>97:39</a:t>
            </a:r>
          </a:p>
        </p:txBody>
      </p:sp>
      <p:pic>
        <p:nvPicPr>
          <p:cNvPr id="9" name="Picture 8" descr="t586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58968" y="777240"/>
            <a:ext cx="1627632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58968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9"/>
              </a:rPr>
              <a:t>97:49</a:t>
            </a:r>
          </a:p>
        </p:txBody>
      </p:sp>
      <p:pic>
        <p:nvPicPr>
          <p:cNvPr id="11" name="Picture 10" descr="t587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1464" y="777240"/>
            <a:ext cx="1627632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41464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1"/>
              </a:rPr>
              <a:t>97:59</a:t>
            </a:r>
          </a:p>
        </p:txBody>
      </p:sp>
      <p:pic>
        <p:nvPicPr>
          <p:cNvPr id="13" name="Picture 12" descr="t588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23960" y="777240"/>
            <a:ext cx="1627632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823960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3"/>
              </a:rPr>
              <a:t>98:09</a:t>
            </a:r>
          </a:p>
        </p:txBody>
      </p:sp>
      <p:pic>
        <p:nvPicPr>
          <p:cNvPr id="15" name="Picture 14" descr="t589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06456" y="777240"/>
            <a:ext cx="1627632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06456" y="169164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5"/>
              </a:rPr>
              <a:t>98:19</a:t>
            </a:r>
          </a:p>
        </p:txBody>
      </p:sp>
      <p:pic>
        <p:nvPicPr>
          <p:cNvPr id="17" name="Picture 16" descr="t590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1480" y="1965960"/>
            <a:ext cx="1627632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11480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7"/>
              </a:rPr>
              <a:t>98:29</a:t>
            </a:r>
          </a:p>
        </p:txBody>
      </p:sp>
      <p:pic>
        <p:nvPicPr>
          <p:cNvPr id="19" name="Picture 18" descr="t591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3976" y="1965960"/>
            <a:ext cx="1627632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93976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19"/>
              </a:rPr>
              <a:t>98:39</a:t>
            </a:r>
          </a:p>
        </p:txBody>
      </p:sp>
      <p:pic>
        <p:nvPicPr>
          <p:cNvPr id="21" name="Picture 20" descr="t5929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76472" y="1965960"/>
            <a:ext cx="1627632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776472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1"/>
              </a:rPr>
              <a:t>98:49</a:t>
            </a:r>
          </a:p>
        </p:txBody>
      </p:sp>
      <p:pic>
        <p:nvPicPr>
          <p:cNvPr id="23" name="Picture 22" descr="t593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58968" y="1965960"/>
            <a:ext cx="1627632" cy="914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58968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3"/>
              </a:rPr>
              <a:t>98:59</a:t>
            </a:r>
          </a:p>
        </p:txBody>
      </p:sp>
      <p:pic>
        <p:nvPicPr>
          <p:cNvPr id="25" name="Picture 24" descr="t594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141464" y="1965960"/>
            <a:ext cx="1627632" cy="914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41464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5"/>
              </a:rPr>
              <a:t>99:09</a:t>
            </a:r>
          </a:p>
        </p:txBody>
      </p:sp>
      <p:pic>
        <p:nvPicPr>
          <p:cNvPr id="27" name="Picture 26" descr="t5958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23960" y="1965960"/>
            <a:ext cx="1627632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23960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7"/>
              </a:rPr>
              <a:t>99:18</a:t>
            </a:r>
          </a:p>
        </p:txBody>
      </p:sp>
      <p:pic>
        <p:nvPicPr>
          <p:cNvPr id="29" name="Picture 28" descr="t5968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06456" y="1965960"/>
            <a:ext cx="1627632" cy="914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06456" y="288036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29"/>
              </a:rPr>
              <a:t>99:28</a:t>
            </a:r>
          </a:p>
        </p:txBody>
      </p:sp>
      <p:pic>
        <p:nvPicPr>
          <p:cNvPr id="31" name="Picture 30" descr="t597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11480" y="3154680"/>
            <a:ext cx="1627632" cy="914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11480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1"/>
              </a:rPr>
              <a:t>99:38</a:t>
            </a:r>
          </a:p>
        </p:txBody>
      </p:sp>
      <p:pic>
        <p:nvPicPr>
          <p:cNvPr id="33" name="Picture 32" descr="t5988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093976" y="3154680"/>
            <a:ext cx="1627632" cy="914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093976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3"/>
              </a:rPr>
              <a:t>99:48</a:t>
            </a:r>
          </a:p>
        </p:txBody>
      </p:sp>
      <p:pic>
        <p:nvPicPr>
          <p:cNvPr id="35" name="Picture 34" descr="t5998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776472" y="3154680"/>
            <a:ext cx="1627632" cy="9144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76472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5"/>
              </a:rPr>
              <a:t>99:58</a:t>
            </a:r>
          </a:p>
        </p:txBody>
      </p:sp>
      <p:pic>
        <p:nvPicPr>
          <p:cNvPr id="37" name="Picture 36" descr="t6008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458968" y="3154680"/>
            <a:ext cx="1627632" cy="914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58968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7"/>
              </a:rPr>
              <a:t>100:08</a:t>
            </a:r>
          </a:p>
        </p:txBody>
      </p:sp>
      <p:pic>
        <p:nvPicPr>
          <p:cNvPr id="39" name="Picture 38" descr="t6018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141464" y="3154680"/>
            <a:ext cx="1627632" cy="9144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41464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39"/>
              </a:rPr>
              <a:t>100:18</a:t>
            </a:r>
          </a:p>
        </p:txBody>
      </p:sp>
      <p:pic>
        <p:nvPicPr>
          <p:cNvPr id="41" name="Picture 40" descr="t602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23960" y="3154680"/>
            <a:ext cx="1627632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823960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1"/>
              </a:rPr>
              <a:t>100:28</a:t>
            </a:r>
          </a:p>
        </p:txBody>
      </p:sp>
      <p:pic>
        <p:nvPicPr>
          <p:cNvPr id="43" name="Picture 42" descr="t6038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506456" y="3154680"/>
            <a:ext cx="1627632" cy="9144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506456" y="406908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3"/>
              </a:rPr>
              <a:t>100:38</a:t>
            </a:r>
          </a:p>
        </p:txBody>
      </p:sp>
      <p:pic>
        <p:nvPicPr>
          <p:cNvPr id="45" name="Picture 44" descr="t6048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480" y="4343400"/>
            <a:ext cx="1627632" cy="914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11480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5"/>
              </a:rPr>
              <a:t>100:48</a:t>
            </a:r>
          </a:p>
        </p:txBody>
      </p:sp>
      <p:pic>
        <p:nvPicPr>
          <p:cNvPr id="47" name="Picture 46" descr="t6058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2093976" y="4343400"/>
            <a:ext cx="1627632" cy="9144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093976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7"/>
              </a:rPr>
              <a:t>100:58</a:t>
            </a:r>
          </a:p>
        </p:txBody>
      </p:sp>
      <p:pic>
        <p:nvPicPr>
          <p:cNvPr id="49" name="Picture 48" descr="t6068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776472" y="4343400"/>
            <a:ext cx="1627632" cy="9144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776472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49"/>
              </a:rPr>
              <a:t>101:08</a:t>
            </a:r>
          </a:p>
        </p:txBody>
      </p:sp>
      <p:pic>
        <p:nvPicPr>
          <p:cNvPr id="51" name="Picture 50" descr="t6078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5458968" y="4343400"/>
            <a:ext cx="1627632" cy="9144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458968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1"/>
              </a:rPr>
              <a:t>101:18</a:t>
            </a:r>
          </a:p>
        </p:txBody>
      </p:sp>
      <p:pic>
        <p:nvPicPr>
          <p:cNvPr id="53" name="Picture 52" descr="t6088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41464" y="4343400"/>
            <a:ext cx="1627632" cy="914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141464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3"/>
              </a:rPr>
              <a:t>101:28</a:t>
            </a:r>
          </a:p>
        </p:txBody>
      </p:sp>
      <p:pic>
        <p:nvPicPr>
          <p:cNvPr id="55" name="Picture 54" descr="t6098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823960" y="4343400"/>
            <a:ext cx="1627632" cy="91440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823960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5"/>
              </a:rPr>
              <a:t>101:38</a:t>
            </a:r>
          </a:p>
        </p:txBody>
      </p:sp>
      <p:pic>
        <p:nvPicPr>
          <p:cNvPr id="57" name="Picture 56" descr="t6108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0506456" y="4343400"/>
            <a:ext cx="1627632" cy="9144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506456" y="525780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7"/>
              </a:rPr>
              <a:t>101:48</a:t>
            </a:r>
          </a:p>
        </p:txBody>
      </p:sp>
      <p:pic>
        <p:nvPicPr>
          <p:cNvPr id="59" name="Picture 58" descr="t6118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11480" y="5532120"/>
            <a:ext cx="1627632" cy="91440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11480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59"/>
              </a:rPr>
              <a:t>101:58</a:t>
            </a:r>
          </a:p>
        </p:txBody>
      </p:sp>
      <p:pic>
        <p:nvPicPr>
          <p:cNvPr id="61" name="Picture 60" descr="t6128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2093976" y="5532120"/>
            <a:ext cx="1627632" cy="9144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2093976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1"/>
              </a:rPr>
              <a:t>102:08</a:t>
            </a:r>
          </a:p>
        </p:txBody>
      </p:sp>
      <p:pic>
        <p:nvPicPr>
          <p:cNvPr id="63" name="Picture 62" descr="t6138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776472" y="5532120"/>
            <a:ext cx="1627632" cy="91440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3776472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3"/>
              </a:rPr>
              <a:t>102:18</a:t>
            </a:r>
          </a:p>
        </p:txBody>
      </p:sp>
      <p:pic>
        <p:nvPicPr>
          <p:cNvPr id="65" name="Picture 64" descr="t6147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5458968" y="5532120"/>
            <a:ext cx="1627632" cy="914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458968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5"/>
              </a:rPr>
              <a:t>102:27</a:t>
            </a:r>
          </a:p>
        </p:txBody>
      </p:sp>
      <p:pic>
        <p:nvPicPr>
          <p:cNvPr id="67" name="Picture 66" descr="t6157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141464" y="5532120"/>
            <a:ext cx="1627632" cy="91440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7141464" y="6446520"/>
            <a:ext cx="16276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C2FF"/>
                </a:solidFill>
                <a:latin typeface="Yu Gothic UI"/>
                <a:hlinkClick r:id="rId67"/>
              </a:rPr>
              <a:t>102:37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CC2FF"/>
      </a:hlink>
      <a:folHlink>
        <a:srgbClr val="9AD8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