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735A"/>
                </a:solidFill>
                <a:latin typeface="Yu Gothic UI"/>
              </a:rPr>
              <a:t>🎨 そっくりメーカー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A3330"/>
                </a:solidFill>
                <a:latin typeface="Yu Gothic UI"/>
              </a:rPr>
              <a:t>はじめてガイド 〜 あの人そっくりのキャラクターをつくろう 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7F76"/>
                </a:solidFill>
                <a:latin typeface="Yu Gothic UI"/>
              </a:rPr>
              <a:t>ログイン不要・インストール不要</a:t>
            </a:r>
          </a:p>
          <a:p>
            <a:pPr algn="ctr"/>
            <a:r>
              <a:rPr sz="1600" b="0">
                <a:solidFill>
                  <a:srgbClr val="8A7F76"/>
                </a:solidFill>
                <a:latin typeface="Yu Gothic UI"/>
              </a:rPr>
              <a:t>URLをひらくだけで、だれでもすぐに遊べます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735A"/>
                </a:solidFill>
                <a:latin typeface="Yu Gothic UI"/>
              </a:rPr>
              <a:t>このアプリでできること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✅ 顔パーツ 12カテゴリ・合計670種類以上から選んでキャラクターを作成</a:t>
            </a:r>
          </a:p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　　(輪郭60・肌色56・髪型60・髪色56・目56・瞳の色56・眉50・鼻50・口60・耳50・服装60・小物57)</a:t>
            </a:r>
          </a:p>
          <a:p>
            <a:pPr algn="l"/>
          </a:p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✅ 「輪郭はそのまま、肌の色味だけ濃く」などの微調整スライダー</a:t>
            </a:r>
          </a:p>
          <a:p>
            <a:pPr algn="l"/>
          </a:p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✅ 作ったキャラクターに名前を付けて保存、何体でもコレクション管理</a:t>
            </a:r>
          </a:p>
          <a:p>
            <a:pPr algn="l"/>
          </a:p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✅ 写真から肌・髪の色をAIが推定してくれる「AIサジェスト」(写真は端末の外に出ません)</a:t>
            </a:r>
          </a:p>
          <a:p>
            <a:pPr algn="l"/>
          </a:p>
          <a:p>
            <a:pPr algn="l"/>
            <a:r>
              <a:rPr sz="1800" b="0">
                <a:solidFill>
                  <a:srgbClr val="3A3330"/>
                </a:solidFill>
                <a:latin typeface="Yu Gothic UI"/>
              </a:rPr>
              <a:t>✅ PNG画像の書き出し、JSONファイルでの交換・バックアップ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1  画面をひらく → ① 輪郭をえらぶ</a:t>
            </a:r>
          </a:p>
        </p:txBody>
      </p:sp>
      <p:pic>
        <p:nvPicPr>
          <p:cNvPr id="3" name="Picture 2" descr="01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・左が「今つくっているキャラ」のプレビュー、右がパーツえらびのエリアです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・上のタブ「① 輪郭」〜「⑫ 小物」を順番に進めていくだけで完成します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・輪郭は60種類。番号つきのサムネイルをタップすると、すぐ左のプレビューに反映されます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・下の「微調整」スライダーで顔の幅だけを少し変えることもできます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2  ② 肌の色をえらぶ</a:t>
            </a:r>
          </a:p>
        </p:txBody>
      </p:sp>
      <p:pic>
        <p:nvPicPr>
          <p:cNvPr id="3" name="Picture 2" descr="02-s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・56色の色見本(スウォッチ)から、いちばん近い肌の色をタップします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・「もう少しだけ濃くしたい」ときは、下の「色の濃さ 微調整」スライダーを右へ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・パーツはそのままで色味だけ変えられるのがポイントです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3  ③ 髪型・④ 髪色をえらぶ</a:t>
            </a:r>
          </a:p>
        </p:txBody>
      </p:sp>
      <p:pic>
        <p:nvPicPr>
          <p:cNvPr id="3" name="Picture 2" descr="03-h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・髪型は「前髪 × 後ろ髪 × ボリューム」の組み合わせで60種類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・サムネイルは今のキャラに髪型を当てはめた姿で表示されるので、仕上がりが一目で分かります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・となりの「④ 髪色」タブで56色から髪の色をえらべます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4  ⑤ 目・⑥ 瞳の色をえらぶ</a:t>
            </a:r>
          </a:p>
        </p:txBody>
      </p:sp>
      <p:pic>
        <p:nvPicPr>
          <p:cNvPr id="3" name="Picture 2" descr="04-e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・目は「形8種 × 大きさ7段階」の56種類。目もとがズームで表示されます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・下のスライダーで「目の間隔」「目の高さ」「目の角度」を1目盛りずつ調整できます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・そっくり度をあげる一番のポイントは目の微調整です！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5  ⑦ 眉 〜 ⑨ 口 をえらぶ</a:t>
            </a:r>
          </a:p>
        </p:txBody>
      </p:sp>
      <p:pic>
        <p:nvPicPr>
          <p:cNvPr id="3" name="Picture 2" descr="05-mo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・眉(50種)・鼻(50種)・口(60種)も同じように、形×大きさから選びます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・口は「にっこり」「歯みせ」「ニヤリ」など12の表情 × 5サイズ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・位置や幅もスライダーで動かせます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6  ⑪ 服装をえらぶ</a:t>
            </a:r>
          </a:p>
        </p:txBody>
      </p:sp>
      <p:pic>
        <p:nvPicPr>
          <p:cNvPr id="3" name="Picture 2" descr="06-out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・服は「Tシャツ・パーカー・セーラー服・スーツ」など10種類 × 6色 = 60種類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・ひつじ柄Tシャツなどの柄物もあります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7  ⑫ 小物で仕上げる</a:t>
            </a:r>
          </a:p>
        </p:txBody>
      </p:sp>
      <p:pic>
        <p:nvPicPr>
          <p:cNvPr id="3" name="Picture 2" descr="07-access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・メガネ・リボン・帽子・ほくろ・そばかす・マスクなど57種類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・「メガネをかけたらもっと似た！」がよく起こります。最後にぜひ試してみてください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8  名前をつけて保存する</a:t>
            </a:r>
          </a:p>
        </p:txBody>
      </p:sp>
      <p:pic>
        <p:nvPicPr>
          <p:cNvPr id="3" name="Picture 2" descr="08-s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・左のプレビューの下にある入力欄に名前を入れて「💾 保存する」を押します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・保存できると画面の下に「保存しました！」と表示されます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・保存したキャラはこの端末のブラウザの中に記録されます(サーバには送られません)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STEP 9  コレクションでながめる・編集する</a:t>
            </a:r>
          </a:p>
        </p:txBody>
      </p:sp>
      <p:pic>
        <p:nvPicPr>
          <p:cNvPr id="3" name="Picture 2" descr="09-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・上の「📚 コレクション」タブを押すと、保存したキャラが一覧で表示されます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・「✏️ 編集」でいつでも作り直し、「🗑️」で削除できます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・「⬇️ 全体をJSON保存」でファイルに書き出して、友だちの端末に「⬆️ JSON読み込み」で引っ越しできます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35A"/>
                </a:solidFill>
                <a:latin typeface="Yu Gothic UI"/>
              </a:rPr>
              <a:t>応用  🤖 AIサジェストで写真から作る</a:t>
            </a:r>
          </a:p>
        </p:txBody>
      </p:sp>
      <p:pic>
        <p:nvPicPr>
          <p:cNvPr id="3" name="Picture 2" descr="10-ai-sug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223760" cy="485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・左下の「📷 写真を選ぶ」で顔写真をえらぶと、AIが肌の色・髪の色・髪型の候補を推定して自動で設定します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・写真はブラウザの中だけで処理され、どこにも送信・保存されません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・自分や家族の写真から始めて、目や口を微調整すると早く「そっくり」に近づけます</a:t>
            </a:r>
          </a:p>
          <a:p>
            <a:pPr algn="l"/>
            <a:r>
              <a:rPr sz="1400" b="0">
                <a:solidFill>
                  <a:srgbClr val="3A3330"/>
                </a:solidFill>
                <a:latin typeface="Yu Gothic UI"/>
              </a:rPr>
              <a:t>・友だちの写真を使うときは、本人の了解をもらってからにしましょう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735A"/>
                </a:solidFill>
                <a:latin typeface="Yu Gothic UI"/>
              </a:rPr>
              <a:t>さあ、はじめよう！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A3330"/>
                </a:solidFill>
                <a:latin typeface="Yu Gothic UI"/>
              </a:rPr>
              <a:t>URLをひらいて「🎲 おまかせ」を押すだけでも1体できあがります。</a:t>
            </a:r>
          </a:p>
          <a:p>
            <a:pPr algn="ctr"/>
            <a:r>
              <a:rPr sz="1800" b="0">
                <a:solidFill>
                  <a:srgbClr val="3A3330"/>
                </a:solidFill>
                <a:latin typeface="Yu Gothic UI"/>
              </a:rPr>
              <a:t>まずは自分そっくりの1体をつくって、家族や友だちのコレクションを増やしていきましょう！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